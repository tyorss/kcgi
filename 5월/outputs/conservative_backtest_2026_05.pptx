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240000" cy="6223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7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905000" y="1018440"/>
            <a:ext cx="11430000" cy="2166526"/>
          </a:xfrm>
        </p:spPr>
        <p:txBody>
          <a:bodyPr anchor="b"/>
          <a:lstStyle>
            <a:lvl1pPr algn="ctr">
              <a:defRPr sz="544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05000" y="3268516"/>
            <a:ext cx="11430000" cy="1502451"/>
          </a:xfrm>
        </p:spPr>
        <p:txBody>
          <a:bodyPr/>
          <a:lstStyle>
            <a:lvl1pPr marL="0" indent="0" algn="ctr">
              <a:buNone/>
              <a:defRPr sz="2178"/>
            </a:lvl1pPr>
            <a:lvl2pPr marL="414863" indent="0" algn="ctr">
              <a:buNone/>
              <a:defRPr sz="1815"/>
            </a:lvl2pPr>
            <a:lvl3pPr marL="829727" indent="0" algn="ctr">
              <a:buNone/>
              <a:defRPr sz="1633"/>
            </a:lvl3pPr>
            <a:lvl4pPr marL="1244590" indent="0" algn="ctr">
              <a:buNone/>
              <a:defRPr sz="1452"/>
            </a:lvl4pPr>
            <a:lvl5pPr marL="1659453" indent="0" algn="ctr">
              <a:buNone/>
              <a:defRPr sz="1452"/>
            </a:lvl5pPr>
            <a:lvl6pPr marL="2074316" indent="0" algn="ctr">
              <a:buNone/>
              <a:defRPr sz="1452"/>
            </a:lvl6pPr>
            <a:lvl7pPr marL="2489180" indent="0" algn="ctr">
              <a:buNone/>
              <a:defRPr sz="1452"/>
            </a:lvl7pPr>
            <a:lvl8pPr marL="2904043" indent="0" algn="ctr">
              <a:buNone/>
              <a:defRPr sz="1452"/>
            </a:lvl8pPr>
            <a:lvl9pPr marL="3318906" indent="0" algn="ctr">
              <a:buNone/>
              <a:defRPr sz="1452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2FD6-818E-4E1E-A870-C55497469E2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472-6FDB-40B6-84F0-2BBE3FDBC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83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2FD6-818E-4E1E-A870-C55497469E2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472-6FDB-40B6-84F0-2BBE3FDBC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21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39813" y="1551430"/>
            <a:ext cx="13144500" cy="2588595"/>
          </a:xfrm>
        </p:spPr>
        <p:txBody>
          <a:bodyPr anchor="b"/>
          <a:lstStyle>
            <a:lvl1pPr>
              <a:defRPr sz="544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39813" y="4164514"/>
            <a:ext cx="13144500" cy="1361281"/>
          </a:xfrm>
        </p:spPr>
        <p:txBody>
          <a:bodyPr/>
          <a:lstStyle>
            <a:lvl1pPr marL="0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1pPr>
            <a:lvl2pPr marL="414863" indent="0">
              <a:buNone/>
              <a:defRPr sz="1815">
                <a:solidFill>
                  <a:schemeClr val="tx1">
                    <a:tint val="75000"/>
                  </a:schemeClr>
                </a:solidFill>
              </a:defRPr>
            </a:lvl2pPr>
            <a:lvl3pPr marL="829727" indent="0">
              <a:buNone/>
              <a:defRPr sz="1633">
                <a:solidFill>
                  <a:schemeClr val="tx1">
                    <a:tint val="75000"/>
                  </a:schemeClr>
                </a:solidFill>
              </a:defRPr>
            </a:lvl3pPr>
            <a:lvl4pPr marL="1244590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4pPr>
            <a:lvl5pPr marL="1659453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5pPr>
            <a:lvl6pPr marL="2074316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6pPr>
            <a:lvl7pPr marL="2489180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7pPr>
            <a:lvl8pPr marL="2904043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8pPr>
            <a:lvl9pPr marL="3318906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2FD6-818E-4E1E-A870-C55497469E2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472-6FDB-40B6-84F0-2BBE3FDBC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27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47750" y="1656586"/>
            <a:ext cx="6477000" cy="394843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715250" y="1656586"/>
            <a:ext cx="6477000" cy="394843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2FD6-818E-4E1E-A870-C55497469E2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472-6FDB-40B6-84F0-2BBE3FDBC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57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49735" y="331318"/>
            <a:ext cx="13144500" cy="120282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49736" y="1525500"/>
            <a:ext cx="6447234" cy="747624"/>
          </a:xfrm>
        </p:spPr>
        <p:txBody>
          <a:bodyPr anchor="b"/>
          <a:lstStyle>
            <a:lvl1pPr marL="0" indent="0">
              <a:buNone/>
              <a:defRPr sz="2178" b="1"/>
            </a:lvl1pPr>
            <a:lvl2pPr marL="414863" indent="0">
              <a:buNone/>
              <a:defRPr sz="1815" b="1"/>
            </a:lvl2pPr>
            <a:lvl3pPr marL="829727" indent="0">
              <a:buNone/>
              <a:defRPr sz="1633" b="1"/>
            </a:lvl3pPr>
            <a:lvl4pPr marL="1244590" indent="0">
              <a:buNone/>
              <a:defRPr sz="1452" b="1"/>
            </a:lvl4pPr>
            <a:lvl5pPr marL="1659453" indent="0">
              <a:buNone/>
              <a:defRPr sz="1452" b="1"/>
            </a:lvl5pPr>
            <a:lvl6pPr marL="2074316" indent="0">
              <a:buNone/>
              <a:defRPr sz="1452" b="1"/>
            </a:lvl6pPr>
            <a:lvl7pPr marL="2489180" indent="0">
              <a:buNone/>
              <a:defRPr sz="1452" b="1"/>
            </a:lvl7pPr>
            <a:lvl8pPr marL="2904043" indent="0">
              <a:buNone/>
              <a:defRPr sz="1452" b="1"/>
            </a:lvl8pPr>
            <a:lvl9pPr marL="3318906" indent="0">
              <a:buNone/>
              <a:defRPr sz="1452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49736" y="2273124"/>
            <a:ext cx="6447234" cy="334342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7715251" y="1525500"/>
            <a:ext cx="6478985" cy="747624"/>
          </a:xfrm>
        </p:spPr>
        <p:txBody>
          <a:bodyPr anchor="b"/>
          <a:lstStyle>
            <a:lvl1pPr marL="0" indent="0">
              <a:buNone/>
              <a:defRPr sz="2178" b="1"/>
            </a:lvl1pPr>
            <a:lvl2pPr marL="414863" indent="0">
              <a:buNone/>
              <a:defRPr sz="1815" b="1"/>
            </a:lvl2pPr>
            <a:lvl3pPr marL="829727" indent="0">
              <a:buNone/>
              <a:defRPr sz="1633" b="1"/>
            </a:lvl3pPr>
            <a:lvl4pPr marL="1244590" indent="0">
              <a:buNone/>
              <a:defRPr sz="1452" b="1"/>
            </a:lvl4pPr>
            <a:lvl5pPr marL="1659453" indent="0">
              <a:buNone/>
              <a:defRPr sz="1452" b="1"/>
            </a:lvl5pPr>
            <a:lvl6pPr marL="2074316" indent="0">
              <a:buNone/>
              <a:defRPr sz="1452" b="1"/>
            </a:lvl6pPr>
            <a:lvl7pPr marL="2489180" indent="0">
              <a:buNone/>
              <a:defRPr sz="1452" b="1"/>
            </a:lvl7pPr>
            <a:lvl8pPr marL="2904043" indent="0">
              <a:buNone/>
              <a:defRPr sz="1452" b="1"/>
            </a:lvl8pPr>
            <a:lvl9pPr marL="3318906" indent="0">
              <a:buNone/>
              <a:defRPr sz="1452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7715251" y="2273124"/>
            <a:ext cx="6478985" cy="334342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2FD6-818E-4E1E-A870-C55497469E2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472-6FDB-40B6-84F0-2BBE3FDBC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0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2FD6-818E-4E1E-A870-C55497469E2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472-6FDB-40B6-84F0-2BBE3FDBC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829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2FD6-818E-4E1E-A870-C55497469E2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472-6FDB-40B6-84F0-2BBE3FDBC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83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49736" y="414867"/>
            <a:ext cx="4915296" cy="1452033"/>
          </a:xfrm>
        </p:spPr>
        <p:txBody>
          <a:bodyPr anchor="b"/>
          <a:lstStyle>
            <a:lvl1pPr>
              <a:defRPr sz="290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78985" y="895998"/>
            <a:ext cx="7715250" cy="4422363"/>
          </a:xfrm>
        </p:spPr>
        <p:txBody>
          <a:bodyPr/>
          <a:lstStyle>
            <a:lvl1pPr>
              <a:defRPr sz="2904"/>
            </a:lvl1pPr>
            <a:lvl2pPr>
              <a:defRPr sz="2541"/>
            </a:lvl2pPr>
            <a:lvl3pPr>
              <a:defRPr sz="2178"/>
            </a:lvl3pPr>
            <a:lvl4pPr>
              <a:defRPr sz="1815"/>
            </a:lvl4pPr>
            <a:lvl5pPr>
              <a:defRPr sz="1815"/>
            </a:lvl5pPr>
            <a:lvl6pPr>
              <a:defRPr sz="1815"/>
            </a:lvl6pPr>
            <a:lvl7pPr>
              <a:defRPr sz="1815"/>
            </a:lvl7pPr>
            <a:lvl8pPr>
              <a:defRPr sz="1815"/>
            </a:lvl8pPr>
            <a:lvl9pPr>
              <a:defRPr sz="181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49736" y="1866900"/>
            <a:ext cx="4915296" cy="3458663"/>
          </a:xfrm>
        </p:spPr>
        <p:txBody>
          <a:bodyPr/>
          <a:lstStyle>
            <a:lvl1pPr marL="0" indent="0">
              <a:buNone/>
              <a:defRPr sz="1452"/>
            </a:lvl1pPr>
            <a:lvl2pPr marL="414863" indent="0">
              <a:buNone/>
              <a:defRPr sz="1270"/>
            </a:lvl2pPr>
            <a:lvl3pPr marL="829727" indent="0">
              <a:buNone/>
              <a:defRPr sz="1089"/>
            </a:lvl3pPr>
            <a:lvl4pPr marL="1244590" indent="0">
              <a:buNone/>
              <a:defRPr sz="907"/>
            </a:lvl4pPr>
            <a:lvl5pPr marL="1659453" indent="0">
              <a:buNone/>
              <a:defRPr sz="907"/>
            </a:lvl5pPr>
            <a:lvl6pPr marL="2074316" indent="0">
              <a:buNone/>
              <a:defRPr sz="907"/>
            </a:lvl6pPr>
            <a:lvl7pPr marL="2489180" indent="0">
              <a:buNone/>
              <a:defRPr sz="907"/>
            </a:lvl7pPr>
            <a:lvl8pPr marL="2904043" indent="0">
              <a:buNone/>
              <a:defRPr sz="907"/>
            </a:lvl8pPr>
            <a:lvl9pPr marL="3318906" indent="0">
              <a:buNone/>
              <a:defRPr sz="907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2FD6-818E-4E1E-A870-C55497469E2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472-6FDB-40B6-84F0-2BBE3FDBC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493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49736" y="414867"/>
            <a:ext cx="4915296" cy="1452033"/>
          </a:xfrm>
        </p:spPr>
        <p:txBody>
          <a:bodyPr anchor="b"/>
          <a:lstStyle>
            <a:lvl1pPr>
              <a:defRPr sz="290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6478985" y="895998"/>
            <a:ext cx="7715250" cy="4422363"/>
          </a:xfrm>
        </p:spPr>
        <p:txBody>
          <a:bodyPr/>
          <a:lstStyle>
            <a:lvl1pPr marL="0" indent="0">
              <a:buNone/>
              <a:defRPr sz="2904"/>
            </a:lvl1pPr>
            <a:lvl2pPr marL="414863" indent="0">
              <a:buNone/>
              <a:defRPr sz="2541"/>
            </a:lvl2pPr>
            <a:lvl3pPr marL="829727" indent="0">
              <a:buNone/>
              <a:defRPr sz="2178"/>
            </a:lvl3pPr>
            <a:lvl4pPr marL="1244590" indent="0">
              <a:buNone/>
              <a:defRPr sz="1815"/>
            </a:lvl4pPr>
            <a:lvl5pPr marL="1659453" indent="0">
              <a:buNone/>
              <a:defRPr sz="1815"/>
            </a:lvl5pPr>
            <a:lvl6pPr marL="2074316" indent="0">
              <a:buNone/>
              <a:defRPr sz="1815"/>
            </a:lvl6pPr>
            <a:lvl7pPr marL="2489180" indent="0">
              <a:buNone/>
              <a:defRPr sz="1815"/>
            </a:lvl7pPr>
            <a:lvl8pPr marL="2904043" indent="0">
              <a:buNone/>
              <a:defRPr sz="1815"/>
            </a:lvl8pPr>
            <a:lvl9pPr marL="3318906" indent="0">
              <a:buNone/>
              <a:defRPr sz="181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49736" y="1866900"/>
            <a:ext cx="4915296" cy="3458663"/>
          </a:xfrm>
        </p:spPr>
        <p:txBody>
          <a:bodyPr/>
          <a:lstStyle>
            <a:lvl1pPr marL="0" indent="0">
              <a:buNone/>
              <a:defRPr sz="1452"/>
            </a:lvl1pPr>
            <a:lvl2pPr marL="414863" indent="0">
              <a:buNone/>
              <a:defRPr sz="1270"/>
            </a:lvl2pPr>
            <a:lvl3pPr marL="829727" indent="0">
              <a:buNone/>
              <a:defRPr sz="1089"/>
            </a:lvl3pPr>
            <a:lvl4pPr marL="1244590" indent="0">
              <a:buNone/>
              <a:defRPr sz="907"/>
            </a:lvl4pPr>
            <a:lvl5pPr marL="1659453" indent="0">
              <a:buNone/>
              <a:defRPr sz="907"/>
            </a:lvl5pPr>
            <a:lvl6pPr marL="2074316" indent="0">
              <a:buNone/>
              <a:defRPr sz="907"/>
            </a:lvl6pPr>
            <a:lvl7pPr marL="2489180" indent="0">
              <a:buNone/>
              <a:defRPr sz="907"/>
            </a:lvl7pPr>
            <a:lvl8pPr marL="2904043" indent="0">
              <a:buNone/>
              <a:defRPr sz="907"/>
            </a:lvl8pPr>
            <a:lvl9pPr marL="3318906" indent="0">
              <a:buNone/>
              <a:defRPr sz="907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2FD6-818E-4E1E-A870-C55497469E2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472-6FDB-40B6-84F0-2BBE3FDBC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60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2FD6-818E-4E1E-A870-C55497469E2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472-6FDB-40B6-84F0-2BBE3FDBC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68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906126" y="331317"/>
            <a:ext cx="3286125" cy="527370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47751" y="331317"/>
            <a:ext cx="9667875" cy="527370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2FD6-818E-4E1E-A870-C55497469E2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472-6FDB-40B6-84F0-2BBE3FDBC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614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47750" y="331318"/>
            <a:ext cx="13144500" cy="1202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47750" y="1656586"/>
            <a:ext cx="13144500" cy="3948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047750" y="5767801"/>
            <a:ext cx="3429000" cy="331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F2FD6-818E-4E1E-A870-C55497469E2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5048250" y="5767801"/>
            <a:ext cx="5143500" cy="331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763250" y="5767801"/>
            <a:ext cx="3429000" cy="331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81472-6FDB-40B6-84F0-2BBE3FDBC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19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29727" rtl="0" eaLnBrk="1" latinLnBrk="1" hangingPunct="1">
        <a:lnSpc>
          <a:spcPct val="90000"/>
        </a:lnSpc>
        <a:spcBef>
          <a:spcPct val="0"/>
        </a:spcBef>
        <a:buNone/>
        <a:defRPr sz="39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432" indent="-207432" algn="l" defTabSz="829727" rtl="0" eaLnBrk="1" latinLnBrk="1" hangingPunct="1">
        <a:lnSpc>
          <a:spcPct val="90000"/>
        </a:lnSpc>
        <a:spcBef>
          <a:spcPts val="907"/>
        </a:spcBef>
        <a:buFont typeface="Arial" panose="020B0604020202020204" pitchFamily="34" charset="0"/>
        <a:buChar char="•"/>
        <a:defRPr sz="2541" kern="1200">
          <a:solidFill>
            <a:schemeClr val="tx1"/>
          </a:solidFill>
          <a:latin typeface="+mn-lt"/>
          <a:ea typeface="+mn-ea"/>
          <a:cs typeface="+mn-cs"/>
        </a:defRPr>
      </a:lvl1pPr>
      <a:lvl2pPr marL="622295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2178" kern="1200">
          <a:solidFill>
            <a:schemeClr val="tx1"/>
          </a:solidFill>
          <a:latin typeface="+mn-lt"/>
          <a:ea typeface="+mn-ea"/>
          <a:cs typeface="+mn-cs"/>
        </a:defRPr>
      </a:lvl2pPr>
      <a:lvl3pPr marL="1037158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3pPr>
      <a:lvl4pPr marL="1452021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866885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281748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696611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3111475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526338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863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727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590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9453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4316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9180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4043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8906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자유형 33"/>
          <p:cNvSpPr/>
          <p:nvPr/>
        </p:nvSpPr>
        <p:spPr>
          <a:xfrm>
            <a:off x="1498600" y="882634"/>
            <a:ext cx="12979401" cy="4603767"/>
          </a:xfrm>
          <a:custGeom>
            <a:avLst/>
            <a:gdLst/>
            <a:ahLst/>
            <a:cxnLst/>
            <a:rect l="0" t="0" r="0" b="0"/>
            <a:pathLst>
              <a:path w="12979401" h="4603767">
                <a:moveTo>
                  <a:pt x="0" y="4603766"/>
                </a:moveTo>
                <a:lnTo>
                  <a:pt x="0" y="4131326"/>
                </a:lnTo>
                <a:lnTo>
                  <a:pt x="43778" y="4115766"/>
                </a:lnTo>
                <a:lnTo>
                  <a:pt x="92085" y="4108136"/>
                </a:lnTo>
                <a:lnTo>
                  <a:pt x="135862" y="4083882"/>
                </a:lnTo>
                <a:lnTo>
                  <a:pt x="179640" y="4070359"/>
                </a:lnTo>
                <a:lnTo>
                  <a:pt x="221909" y="4094288"/>
                </a:lnTo>
                <a:lnTo>
                  <a:pt x="265687" y="4092940"/>
                </a:lnTo>
                <a:lnTo>
                  <a:pt x="309465" y="4068103"/>
                </a:lnTo>
                <a:lnTo>
                  <a:pt x="356262" y="4074485"/>
                </a:lnTo>
                <a:lnTo>
                  <a:pt x="398530" y="4075446"/>
                </a:lnTo>
                <a:lnTo>
                  <a:pt x="442308" y="4043768"/>
                </a:lnTo>
                <a:lnTo>
                  <a:pt x="484576" y="4045528"/>
                </a:lnTo>
                <a:lnTo>
                  <a:pt x="526845" y="4003421"/>
                </a:lnTo>
                <a:lnTo>
                  <a:pt x="569113" y="3988476"/>
                </a:lnTo>
                <a:lnTo>
                  <a:pt x="612891" y="3954510"/>
                </a:lnTo>
                <a:lnTo>
                  <a:pt x="662707" y="3932097"/>
                </a:lnTo>
                <a:lnTo>
                  <a:pt x="706485" y="3932268"/>
                </a:lnTo>
                <a:lnTo>
                  <a:pt x="748754" y="3940344"/>
                </a:lnTo>
                <a:lnTo>
                  <a:pt x="792531" y="3982203"/>
                </a:lnTo>
                <a:lnTo>
                  <a:pt x="834800" y="4001814"/>
                </a:lnTo>
                <a:lnTo>
                  <a:pt x="880087" y="3987997"/>
                </a:lnTo>
                <a:lnTo>
                  <a:pt x="926884" y="3980960"/>
                </a:lnTo>
                <a:lnTo>
                  <a:pt x="969153" y="3988109"/>
                </a:lnTo>
                <a:lnTo>
                  <a:pt x="1012931" y="3982080"/>
                </a:lnTo>
                <a:lnTo>
                  <a:pt x="1055199" y="3948146"/>
                </a:lnTo>
                <a:lnTo>
                  <a:pt x="1097467" y="3962437"/>
                </a:lnTo>
                <a:lnTo>
                  <a:pt x="1141245" y="3977495"/>
                </a:lnTo>
                <a:lnTo>
                  <a:pt x="1185023" y="3972904"/>
                </a:lnTo>
                <a:lnTo>
                  <a:pt x="1228801" y="3964019"/>
                </a:lnTo>
                <a:lnTo>
                  <a:pt x="1275598" y="3960584"/>
                </a:lnTo>
                <a:lnTo>
                  <a:pt x="1319376" y="3975991"/>
                </a:lnTo>
                <a:lnTo>
                  <a:pt x="1361644" y="3989860"/>
                </a:lnTo>
                <a:lnTo>
                  <a:pt x="1405422" y="3978941"/>
                </a:lnTo>
                <a:lnTo>
                  <a:pt x="1447691" y="3958698"/>
                </a:lnTo>
                <a:lnTo>
                  <a:pt x="1491469" y="3938848"/>
                </a:lnTo>
                <a:lnTo>
                  <a:pt x="1533737" y="3939564"/>
                </a:lnTo>
                <a:lnTo>
                  <a:pt x="1577515" y="3929831"/>
                </a:lnTo>
                <a:lnTo>
                  <a:pt x="1619783" y="3932640"/>
                </a:lnTo>
                <a:lnTo>
                  <a:pt x="1662052" y="3920157"/>
                </a:lnTo>
                <a:lnTo>
                  <a:pt x="1708849" y="3918468"/>
                </a:lnTo>
                <a:lnTo>
                  <a:pt x="1755646" y="3899375"/>
                </a:lnTo>
                <a:lnTo>
                  <a:pt x="1797914" y="3888507"/>
                </a:lnTo>
                <a:lnTo>
                  <a:pt x="1841692" y="3870548"/>
                </a:lnTo>
                <a:lnTo>
                  <a:pt x="1888489" y="3869670"/>
                </a:lnTo>
                <a:lnTo>
                  <a:pt x="1930757" y="3871095"/>
                </a:lnTo>
                <a:lnTo>
                  <a:pt x="1974535" y="3944664"/>
                </a:lnTo>
                <a:lnTo>
                  <a:pt x="2018313" y="3925857"/>
                </a:lnTo>
                <a:lnTo>
                  <a:pt x="2060582" y="3916492"/>
                </a:lnTo>
                <a:lnTo>
                  <a:pt x="2104360" y="3904386"/>
                </a:lnTo>
                <a:lnTo>
                  <a:pt x="2146628" y="3901224"/>
                </a:lnTo>
                <a:lnTo>
                  <a:pt x="2188896" y="3886479"/>
                </a:lnTo>
                <a:lnTo>
                  <a:pt x="2232674" y="3868237"/>
                </a:lnTo>
                <a:lnTo>
                  <a:pt x="2282491" y="3842826"/>
                </a:lnTo>
                <a:lnTo>
                  <a:pt x="2326268" y="3811348"/>
                </a:lnTo>
                <a:lnTo>
                  <a:pt x="2370046" y="3804656"/>
                </a:lnTo>
                <a:lnTo>
                  <a:pt x="2412315" y="3779361"/>
                </a:lnTo>
                <a:lnTo>
                  <a:pt x="2459112" y="3740712"/>
                </a:lnTo>
                <a:lnTo>
                  <a:pt x="2502889" y="3722976"/>
                </a:lnTo>
                <a:lnTo>
                  <a:pt x="2545158" y="3730165"/>
                </a:lnTo>
                <a:lnTo>
                  <a:pt x="2588936" y="3709022"/>
                </a:lnTo>
                <a:lnTo>
                  <a:pt x="2631204" y="3709228"/>
                </a:lnTo>
                <a:lnTo>
                  <a:pt x="2674982" y="3687554"/>
                </a:lnTo>
                <a:lnTo>
                  <a:pt x="2717250" y="3655347"/>
                </a:lnTo>
                <a:lnTo>
                  <a:pt x="2759519" y="3658523"/>
                </a:lnTo>
                <a:lnTo>
                  <a:pt x="2803297" y="3647173"/>
                </a:lnTo>
                <a:lnTo>
                  <a:pt x="2851603" y="3625397"/>
                </a:lnTo>
                <a:lnTo>
                  <a:pt x="2895381" y="3651914"/>
                </a:lnTo>
                <a:lnTo>
                  <a:pt x="2939159" y="3589642"/>
                </a:lnTo>
                <a:lnTo>
                  <a:pt x="2982937" y="3620136"/>
                </a:lnTo>
                <a:lnTo>
                  <a:pt x="3025206" y="3549257"/>
                </a:lnTo>
                <a:lnTo>
                  <a:pt x="3072003" y="3547565"/>
                </a:lnTo>
                <a:lnTo>
                  <a:pt x="3115781" y="3552706"/>
                </a:lnTo>
                <a:lnTo>
                  <a:pt x="3158049" y="3600334"/>
                </a:lnTo>
                <a:lnTo>
                  <a:pt x="3201827" y="3539334"/>
                </a:lnTo>
                <a:lnTo>
                  <a:pt x="3244095" y="3556809"/>
                </a:lnTo>
                <a:lnTo>
                  <a:pt x="3286363" y="3635821"/>
                </a:lnTo>
                <a:lnTo>
                  <a:pt x="3328632" y="3651718"/>
                </a:lnTo>
                <a:lnTo>
                  <a:pt x="3373919" y="3712968"/>
                </a:lnTo>
                <a:lnTo>
                  <a:pt x="3422226" y="3717460"/>
                </a:lnTo>
                <a:lnTo>
                  <a:pt x="3466004" y="3707397"/>
                </a:lnTo>
                <a:lnTo>
                  <a:pt x="3508272" y="3778771"/>
                </a:lnTo>
                <a:lnTo>
                  <a:pt x="3552050" y="3787020"/>
                </a:lnTo>
                <a:lnTo>
                  <a:pt x="3594319" y="3802548"/>
                </a:lnTo>
                <a:lnTo>
                  <a:pt x="3638097" y="3793094"/>
                </a:lnTo>
                <a:lnTo>
                  <a:pt x="3684894" y="3774741"/>
                </a:lnTo>
                <a:lnTo>
                  <a:pt x="3727162" y="3771115"/>
                </a:lnTo>
                <a:lnTo>
                  <a:pt x="3770940" y="3738414"/>
                </a:lnTo>
                <a:lnTo>
                  <a:pt x="3813208" y="3743850"/>
                </a:lnTo>
                <a:lnTo>
                  <a:pt x="3855477" y="3735167"/>
                </a:lnTo>
                <a:lnTo>
                  <a:pt x="3899255" y="3731743"/>
                </a:lnTo>
                <a:lnTo>
                  <a:pt x="3944542" y="3730696"/>
                </a:lnTo>
                <a:lnTo>
                  <a:pt x="3991339" y="3731869"/>
                </a:lnTo>
                <a:lnTo>
                  <a:pt x="4035117" y="3714768"/>
                </a:lnTo>
                <a:lnTo>
                  <a:pt x="4078895" y="3711617"/>
                </a:lnTo>
                <a:lnTo>
                  <a:pt x="4121163" y="3730686"/>
                </a:lnTo>
                <a:lnTo>
                  <a:pt x="4164941" y="3703235"/>
                </a:lnTo>
                <a:lnTo>
                  <a:pt x="4207209" y="3705373"/>
                </a:lnTo>
                <a:lnTo>
                  <a:pt x="4250987" y="3702515"/>
                </a:lnTo>
                <a:lnTo>
                  <a:pt x="4293256" y="3685590"/>
                </a:lnTo>
                <a:lnTo>
                  <a:pt x="4340053" y="3678104"/>
                </a:lnTo>
                <a:lnTo>
                  <a:pt x="4382321" y="3675636"/>
                </a:lnTo>
                <a:lnTo>
                  <a:pt x="4424590" y="3662677"/>
                </a:lnTo>
                <a:lnTo>
                  <a:pt x="4468368" y="3639732"/>
                </a:lnTo>
                <a:lnTo>
                  <a:pt x="4513655" y="3667836"/>
                </a:lnTo>
                <a:lnTo>
                  <a:pt x="4555923" y="3630861"/>
                </a:lnTo>
                <a:lnTo>
                  <a:pt x="4599701" y="3628090"/>
                </a:lnTo>
                <a:lnTo>
                  <a:pt x="4641970" y="3616750"/>
                </a:lnTo>
                <a:lnTo>
                  <a:pt x="4688767" y="3618873"/>
                </a:lnTo>
                <a:lnTo>
                  <a:pt x="4732545" y="3630233"/>
                </a:lnTo>
                <a:lnTo>
                  <a:pt x="4776322" y="3624377"/>
                </a:lnTo>
                <a:lnTo>
                  <a:pt x="4818591" y="3675743"/>
                </a:lnTo>
                <a:lnTo>
                  <a:pt x="4862369" y="3646141"/>
                </a:lnTo>
                <a:lnTo>
                  <a:pt x="4904637" y="3642633"/>
                </a:lnTo>
                <a:lnTo>
                  <a:pt x="4946905" y="3638141"/>
                </a:lnTo>
                <a:lnTo>
                  <a:pt x="4990683" y="3639650"/>
                </a:lnTo>
                <a:lnTo>
                  <a:pt x="5038990" y="3627227"/>
                </a:lnTo>
                <a:lnTo>
                  <a:pt x="5082768" y="3629112"/>
                </a:lnTo>
                <a:lnTo>
                  <a:pt x="5126546" y="3619076"/>
                </a:lnTo>
                <a:lnTo>
                  <a:pt x="5168814" y="3623591"/>
                </a:lnTo>
                <a:lnTo>
                  <a:pt x="5212592" y="3611468"/>
                </a:lnTo>
                <a:lnTo>
                  <a:pt x="5254861" y="3613716"/>
                </a:lnTo>
                <a:lnTo>
                  <a:pt x="5301658" y="3619650"/>
                </a:lnTo>
                <a:lnTo>
                  <a:pt x="5345436" y="3603424"/>
                </a:lnTo>
                <a:lnTo>
                  <a:pt x="5387704" y="3590866"/>
                </a:lnTo>
                <a:lnTo>
                  <a:pt x="5431482" y="3575859"/>
                </a:lnTo>
                <a:lnTo>
                  <a:pt x="5473750" y="3573087"/>
                </a:lnTo>
                <a:lnTo>
                  <a:pt x="5519038" y="3610850"/>
                </a:lnTo>
                <a:lnTo>
                  <a:pt x="5565835" y="3602529"/>
                </a:lnTo>
                <a:lnTo>
                  <a:pt x="5611123" y="3587887"/>
                </a:lnTo>
                <a:lnTo>
                  <a:pt x="5654901" y="3552672"/>
                </a:lnTo>
                <a:lnTo>
                  <a:pt x="5698679" y="3504153"/>
                </a:lnTo>
                <a:lnTo>
                  <a:pt x="5745476" y="3500103"/>
                </a:lnTo>
                <a:lnTo>
                  <a:pt x="5787744" y="3467291"/>
                </a:lnTo>
                <a:lnTo>
                  <a:pt x="5831522" y="3492537"/>
                </a:lnTo>
                <a:lnTo>
                  <a:pt x="5875300" y="3476601"/>
                </a:lnTo>
                <a:lnTo>
                  <a:pt x="5917567" y="3454157"/>
                </a:lnTo>
                <a:lnTo>
                  <a:pt x="5961345" y="3487672"/>
                </a:lnTo>
                <a:lnTo>
                  <a:pt x="6003614" y="3476375"/>
                </a:lnTo>
                <a:lnTo>
                  <a:pt x="6045882" y="3470853"/>
                </a:lnTo>
                <a:lnTo>
                  <a:pt x="6089660" y="3417716"/>
                </a:lnTo>
                <a:lnTo>
                  <a:pt x="6136457" y="3403092"/>
                </a:lnTo>
                <a:lnTo>
                  <a:pt x="6181745" y="3395338"/>
                </a:lnTo>
                <a:lnTo>
                  <a:pt x="6225523" y="3345314"/>
                </a:lnTo>
                <a:lnTo>
                  <a:pt x="6267791" y="3369341"/>
                </a:lnTo>
                <a:lnTo>
                  <a:pt x="6311569" y="3402671"/>
                </a:lnTo>
                <a:lnTo>
                  <a:pt x="6353838" y="3401551"/>
                </a:lnTo>
                <a:lnTo>
                  <a:pt x="6400635" y="3382608"/>
                </a:lnTo>
                <a:lnTo>
                  <a:pt x="6444413" y="3373009"/>
                </a:lnTo>
                <a:lnTo>
                  <a:pt x="6486681" y="3372423"/>
                </a:lnTo>
                <a:lnTo>
                  <a:pt x="6530459" y="3361361"/>
                </a:lnTo>
                <a:lnTo>
                  <a:pt x="6572727" y="3351765"/>
                </a:lnTo>
                <a:lnTo>
                  <a:pt x="6614995" y="3285167"/>
                </a:lnTo>
                <a:lnTo>
                  <a:pt x="6658773" y="3247518"/>
                </a:lnTo>
                <a:lnTo>
                  <a:pt x="6707080" y="3239243"/>
                </a:lnTo>
                <a:lnTo>
                  <a:pt x="6750858" y="3233226"/>
                </a:lnTo>
                <a:lnTo>
                  <a:pt x="6794636" y="3186527"/>
                </a:lnTo>
                <a:lnTo>
                  <a:pt x="6838414" y="3173109"/>
                </a:lnTo>
                <a:lnTo>
                  <a:pt x="6880682" y="3186635"/>
                </a:lnTo>
                <a:lnTo>
                  <a:pt x="6924460" y="3129009"/>
                </a:lnTo>
                <a:lnTo>
                  <a:pt x="6971257" y="3157054"/>
                </a:lnTo>
                <a:lnTo>
                  <a:pt x="7013525" y="3118153"/>
                </a:lnTo>
                <a:lnTo>
                  <a:pt x="7055794" y="3148552"/>
                </a:lnTo>
                <a:lnTo>
                  <a:pt x="7099572" y="3179042"/>
                </a:lnTo>
                <a:lnTo>
                  <a:pt x="7141840" y="3180358"/>
                </a:lnTo>
                <a:lnTo>
                  <a:pt x="7184109" y="3134092"/>
                </a:lnTo>
                <a:lnTo>
                  <a:pt x="7227887" y="3133901"/>
                </a:lnTo>
                <a:lnTo>
                  <a:pt x="7277702" y="3201769"/>
                </a:lnTo>
                <a:lnTo>
                  <a:pt x="7321480" y="3145709"/>
                </a:lnTo>
                <a:lnTo>
                  <a:pt x="7363749" y="3165826"/>
                </a:lnTo>
                <a:lnTo>
                  <a:pt x="7407527" y="3174843"/>
                </a:lnTo>
                <a:lnTo>
                  <a:pt x="7449795" y="3136351"/>
                </a:lnTo>
                <a:lnTo>
                  <a:pt x="7493573" y="3101953"/>
                </a:lnTo>
                <a:lnTo>
                  <a:pt x="7537351" y="3082055"/>
                </a:lnTo>
                <a:lnTo>
                  <a:pt x="7579620" y="3088700"/>
                </a:lnTo>
                <a:lnTo>
                  <a:pt x="7626417" y="3097029"/>
                </a:lnTo>
                <a:lnTo>
                  <a:pt x="7668685" y="3116599"/>
                </a:lnTo>
                <a:lnTo>
                  <a:pt x="7710953" y="3099037"/>
                </a:lnTo>
                <a:lnTo>
                  <a:pt x="7754731" y="3074133"/>
                </a:lnTo>
                <a:lnTo>
                  <a:pt x="7800018" y="3026027"/>
                </a:lnTo>
                <a:lnTo>
                  <a:pt x="7843796" y="3047017"/>
                </a:lnTo>
                <a:lnTo>
                  <a:pt x="7890594" y="3014310"/>
                </a:lnTo>
                <a:lnTo>
                  <a:pt x="7932862" y="3056218"/>
                </a:lnTo>
                <a:lnTo>
                  <a:pt x="7976640" y="3020859"/>
                </a:lnTo>
                <a:lnTo>
                  <a:pt x="8020417" y="3010742"/>
                </a:lnTo>
                <a:lnTo>
                  <a:pt x="8062686" y="2978977"/>
                </a:lnTo>
                <a:lnTo>
                  <a:pt x="8106464" y="2981730"/>
                </a:lnTo>
                <a:lnTo>
                  <a:pt x="8148732" y="2964873"/>
                </a:lnTo>
                <a:lnTo>
                  <a:pt x="8192510" y="2905564"/>
                </a:lnTo>
                <a:lnTo>
                  <a:pt x="8234779" y="2890403"/>
                </a:lnTo>
                <a:lnTo>
                  <a:pt x="8277047" y="2906190"/>
                </a:lnTo>
                <a:lnTo>
                  <a:pt x="8323844" y="2883387"/>
                </a:lnTo>
                <a:lnTo>
                  <a:pt x="8370641" y="2825579"/>
                </a:lnTo>
                <a:lnTo>
                  <a:pt x="8412910" y="2855325"/>
                </a:lnTo>
                <a:lnTo>
                  <a:pt x="8456688" y="2877739"/>
                </a:lnTo>
                <a:lnTo>
                  <a:pt x="8503485" y="2906008"/>
                </a:lnTo>
                <a:lnTo>
                  <a:pt x="8545753" y="2866185"/>
                </a:lnTo>
                <a:lnTo>
                  <a:pt x="8589531" y="2856242"/>
                </a:lnTo>
                <a:lnTo>
                  <a:pt x="8633309" y="2818403"/>
                </a:lnTo>
                <a:lnTo>
                  <a:pt x="8675577" y="2814202"/>
                </a:lnTo>
                <a:lnTo>
                  <a:pt x="8719355" y="2785828"/>
                </a:lnTo>
                <a:lnTo>
                  <a:pt x="8761623" y="2791686"/>
                </a:lnTo>
                <a:lnTo>
                  <a:pt x="8803892" y="2862638"/>
                </a:lnTo>
                <a:lnTo>
                  <a:pt x="8847669" y="2893926"/>
                </a:lnTo>
                <a:lnTo>
                  <a:pt x="8897486" y="2979999"/>
                </a:lnTo>
                <a:lnTo>
                  <a:pt x="8941264" y="2887479"/>
                </a:lnTo>
                <a:lnTo>
                  <a:pt x="8985041" y="2858902"/>
                </a:lnTo>
                <a:lnTo>
                  <a:pt x="9027310" y="2823689"/>
                </a:lnTo>
                <a:lnTo>
                  <a:pt x="9074107" y="2796978"/>
                </a:lnTo>
                <a:lnTo>
                  <a:pt x="9117885" y="2770839"/>
                </a:lnTo>
                <a:lnTo>
                  <a:pt x="9160153" y="2712368"/>
                </a:lnTo>
                <a:lnTo>
                  <a:pt x="9203931" y="2653957"/>
                </a:lnTo>
                <a:lnTo>
                  <a:pt x="9246200" y="2595361"/>
                </a:lnTo>
                <a:lnTo>
                  <a:pt x="9289978" y="2592021"/>
                </a:lnTo>
                <a:lnTo>
                  <a:pt x="9332246" y="2590428"/>
                </a:lnTo>
                <a:lnTo>
                  <a:pt x="9374515" y="2615511"/>
                </a:lnTo>
                <a:lnTo>
                  <a:pt x="9418293" y="2602437"/>
                </a:lnTo>
                <a:lnTo>
                  <a:pt x="9466599" y="2586532"/>
                </a:lnTo>
                <a:lnTo>
                  <a:pt x="9510377" y="2519652"/>
                </a:lnTo>
                <a:lnTo>
                  <a:pt x="9554155" y="2774582"/>
                </a:lnTo>
                <a:lnTo>
                  <a:pt x="9596423" y="2670661"/>
                </a:lnTo>
                <a:lnTo>
                  <a:pt x="9640201" y="2597101"/>
                </a:lnTo>
                <a:lnTo>
                  <a:pt x="9686998" y="2550262"/>
                </a:lnTo>
                <a:lnTo>
                  <a:pt x="9730776" y="2458219"/>
                </a:lnTo>
                <a:lnTo>
                  <a:pt x="9773045" y="2392187"/>
                </a:lnTo>
                <a:lnTo>
                  <a:pt x="9815313" y="2366031"/>
                </a:lnTo>
                <a:lnTo>
                  <a:pt x="9859090" y="2506546"/>
                </a:lnTo>
                <a:lnTo>
                  <a:pt x="9901359" y="2540009"/>
                </a:lnTo>
                <a:lnTo>
                  <a:pt x="9943627" y="2466882"/>
                </a:lnTo>
                <a:lnTo>
                  <a:pt x="9987405" y="2354771"/>
                </a:lnTo>
                <a:lnTo>
                  <a:pt x="10037221" y="2259183"/>
                </a:lnTo>
                <a:lnTo>
                  <a:pt x="10080999" y="2202483"/>
                </a:lnTo>
                <a:lnTo>
                  <a:pt x="10123268" y="2347693"/>
                </a:lnTo>
                <a:lnTo>
                  <a:pt x="10167046" y="2299075"/>
                </a:lnTo>
                <a:lnTo>
                  <a:pt x="10209314" y="2239613"/>
                </a:lnTo>
                <a:lnTo>
                  <a:pt x="10253092" y="2259898"/>
                </a:lnTo>
                <a:lnTo>
                  <a:pt x="10299889" y="2234689"/>
                </a:lnTo>
                <a:lnTo>
                  <a:pt x="10342157" y="2155704"/>
                </a:lnTo>
                <a:lnTo>
                  <a:pt x="10385935" y="2146003"/>
                </a:lnTo>
                <a:lnTo>
                  <a:pt x="10428204" y="2134378"/>
                </a:lnTo>
                <a:lnTo>
                  <a:pt x="10470472" y="2101801"/>
                </a:lnTo>
                <a:lnTo>
                  <a:pt x="10514250" y="2143991"/>
                </a:lnTo>
                <a:lnTo>
                  <a:pt x="10558028" y="2092626"/>
                </a:lnTo>
                <a:lnTo>
                  <a:pt x="10601806" y="2164205"/>
                </a:lnTo>
                <a:lnTo>
                  <a:pt x="10648603" y="2206429"/>
                </a:lnTo>
                <a:lnTo>
                  <a:pt x="10690871" y="2156258"/>
                </a:lnTo>
                <a:lnTo>
                  <a:pt x="10734649" y="2110933"/>
                </a:lnTo>
                <a:lnTo>
                  <a:pt x="10778427" y="2093638"/>
                </a:lnTo>
                <a:lnTo>
                  <a:pt x="10822205" y="2217637"/>
                </a:lnTo>
                <a:lnTo>
                  <a:pt x="10865983" y="2104596"/>
                </a:lnTo>
                <a:lnTo>
                  <a:pt x="10908251" y="2044148"/>
                </a:lnTo>
                <a:lnTo>
                  <a:pt x="10955048" y="2124029"/>
                </a:lnTo>
                <a:lnTo>
                  <a:pt x="10997316" y="1879003"/>
                </a:lnTo>
                <a:lnTo>
                  <a:pt x="11039585" y="1966888"/>
                </a:lnTo>
                <a:lnTo>
                  <a:pt x="11083363" y="2151738"/>
                </a:lnTo>
                <a:lnTo>
                  <a:pt x="11130160" y="2108881"/>
                </a:lnTo>
                <a:lnTo>
                  <a:pt x="11172428" y="2107277"/>
                </a:lnTo>
                <a:lnTo>
                  <a:pt x="11219225" y="2211901"/>
                </a:lnTo>
                <a:lnTo>
                  <a:pt x="11263003" y="2088025"/>
                </a:lnTo>
                <a:lnTo>
                  <a:pt x="11305272" y="2051398"/>
                </a:lnTo>
                <a:lnTo>
                  <a:pt x="11349050" y="2097839"/>
                </a:lnTo>
                <a:lnTo>
                  <a:pt x="11394337" y="2058943"/>
                </a:lnTo>
                <a:lnTo>
                  <a:pt x="11436606" y="2001903"/>
                </a:lnTo>
                <a:lnTo>
                  <a:pt x="11483403" y="1978717"/>
                </a:lnTo>
                <a:lnTo>
                  <a:pt x="11525672" y="2011242"/>
                </a:lnTo>
                <a:lnTo>
                  <a:pt x="11567939" y="2052073"/>
                </a:lnTo>
                <a:lnTo>
                  <a:pt x="11611718" y="1949890"/>
                </a:lnTo>
                <a:lnTo>
                  <a:pt x="11657005" y="1921006"/>
                </a:lnTo>
                <a:lnTo>
                  <a:pt x="11700782" y="1777075"/>
                </a:lnTo>
                <a:lnTo>
                  <a:pt x="11747579" y="1766538"/>
                </a:lnTo>
                <a:lnTo>
                  <a:pt x="11791358" y="1687942"/>
                </a:lnTo>
                <a:lnTo>
                  <a:pt x="11833627" y="1679796"/>
                </a:lnTo>
                <a:lnTo>
                  <a:pt x="11877404" y="1623592"/>
                </a:lnTo>
                <a:lnTo>
                  <a:pt x="11921182" y="1567177"/>
                </a:lnTo>
                <a:lnTo>
                  <a:pt x="11964960" y="1572740"/>
                </a:lnTo>
                <a:lnTo>
                  <a:pt x="12007228" y="1570133"/>
                </a:lnTo>
                <a:lnTo>
                  <a:pt x="12054025" y="1526431"/>
                </a:lnTo>
                <a:lnTo>
                  <a:pt x="12096294" y="1425679"/>
                </a:lnTo>
                <a:lnTo>
                  <a:pt x="12138561" y="1385948"/>
                </a:lnTo>
                <a:lnTo>
                  <a:pt x="12182340" y="1316102"/>
                </a:lnTo>
                <a:lnTo>
                  <a:pt x="12229137" y="1217443"/>
                </a:lnTo>
                <a:lnTo>
                  <a:pt x="12277443" y="1165086"/>
                </a:lnTo>
                <a:lnTo>
                  <a:pt x="12319712" y="1215781"/>
                </a:lnTo>
                <a:lnTo>
                  <a:pt x="12361980" y="1326043"/>
                </a:lnTo>
                <a:lnTo>
                  <a:pt x="12405757" y="1270498"/>
                </a:lnTo>
                <a:lnTo>
                  <a:pt x="12449536" y="1173616"/>
                </a:lnTo>
                <a:lnTo>
                  <a:pt x="12497843" y="1078010"/>
                </a:lnTo>
                <a:lnTo>
                  <a:pt x="12540111" y="1019490"/>
                </a:lnTo>
                <a:lnTo>
                  <a:pt x="12583889" y="937558"/>
                </a:lnTo>
                <a:lnTo>
                  <a:pt x="12626158" y="685704"/>
                </a:lnTo>
                <a:lnTo>
                  <a:pt x="12668425" y="655737"/>
                </a:lnTo>
                <a:lnTo>
                  <a:pt x="12712204" y="456162"/>
                </a:lnTo>
                <a:lnTo>
                  <a:pt x="12757491" y="284482"/>
                </a:lnTo>
                <a:lnTo>
                  <a:pt x="12804288" y="0"/>
                </a:lnTo>
                <a:lnTo>
                  <a:pt x="12888826" y="371318"/>
                </a:lnTo>
                <a:lnTo>
                  <a:pt x="12935623" y="105476"/>
                </a:lnTo>
                <a:lnTo>
                  <a:pt x="12979400" y="31870"/>
                </a:lnTo>
                <a:lnTo>
                  <a:pt x="12979400" y="4603766"/>
                </a:lnTo>
              </a:path>
            </a:pathLst>
          </a:custGeom>
          <a:solidFill>
            <a:srgbClr val="EFEFF6">
              <a:alpha val="82000"/>
            </a:srgbClr>
          </a:solidFill>
          <a:ln w="63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6350" cap="flat" cmpd="sng" algn="ctr">
                <a:solidFill>
                  <a:schemeClr val="accent1"/>
                </a:solidFill>
                <a:prstDash val="solid"/>
                <a:miter lim="800000"/>
              </a14:hiddenLine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498600" y="101600"/>
            <a:ext cx="78740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500" b="1" smtClean="0">
                <a:solidFill>
                  <a:srgbClr val="1B187E"/>
                </a:solidFill>
                <a:latin typeface="맑은 고딕" panose="020B0503020000020004" pitchFamily="50" charset="-127"/>
              </a:rPr>
              <a:t>멀티에셋 자산배분 전략 포트폴리오 백테스트</a:t>
            </a:r>
            <a:endParaRPr lang="ko-KR" altLang="en-US" sz="2500" b="1">
              <a:solidFill>
                <a:srgbClr val="1B187E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498600" y="5486400"/>
            <a:ext cx="12979400" cy="0"/>
          </a:xfrm>
          <a:prstGeom prst="line">
            <a:avLst/>
          </a:prstGeom>
          <a:ln w="1016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71500" y="5334000"/>
            <a:ext cx="736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mtClean="0">
                <a:solidFill>
                  <a:srgbClr val="5F5F5F"/>
                </a:solidFill>
                <a:latin typeface="맑은 고딕" panose="020B0503020000020004" pitchFamily="50" charset="-127"/>
              </a:rPr>
              <a:t>0</a:t>
            </a:r>
            <a:endParaRPr lang="ko-KR" altLang="en-US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498600" y="4541520"/>
            <a:ext cx="12979400" cy="0"/>
          </a:xfrm>
          <a:prstGeom prst="line">
            <a:avLst/>
          </a:prstGeom>
          <a:ln w="1016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1500" y="4389120"/>
            <a:ext cx="736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mtClean="0">
                <a:solidFill>
                  <a:srgbClr val="5F5F5F"/>
                </a:solidFill>
                <a:latin typeface="맑은 고딕" panose="020B0503020000020004" pitchFamily="50" charset="-127"/>
              </a:rPr>
              <a:t>200</a:t>
            </a:r>
            <a:endParaRPr lang="ko-KR" altLang="en-US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1498600" y="3596640"/>
            <a:ext cx="12979400" cy="0"/>
          </a:xfrm>
          <a:prstGeom prst="line">
            <a:avLst/>
          </a:prstGeom>
          <a:ln w="1016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1500" y="3444240"/>
            <a:ext cx="736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mtClean="0">
                <a:solidFill>
                  <a:srgbClr val="5F5F5F"/>
                </a:solidFill>
                <a:latin typeface="맑은 고딕" panose="020B0503020000020004" pitchFamily="50" charset="-127"/>
              </a:rPr>
              <a:t>400</a:t>
            </a:r>
            <a:endParaRPr lang="ko-KR" altLang="en-US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498600" y="2651760"/>
            <a:ext cx="12979400" cy="0"/>
          </a:xfrm>
          <a:prstGeom prst="line">
            <a:avLst/>
          </a:prstGeom>
          <a:ln w="1016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1500" y="2499360"/>
            <a:ext cx="736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mtClean="0">
                <a:solidFill>
                  <a:srgbClr val="5F5F5F"/>
                </a:solidFill>
                <a:latin typeface="맑은 고딕" panose="020B0503020000020004" pitchFamily="50" charset="-127"/>
              </a:rPr>
              <a:t>600</a:t>
            </a:r>
            <a:endParaRPr lang="ko-KR" altLang="en-US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498600" y="1706880"/>
            <a:ext cx="12979400" cy="0"/>
          </a:xfrm>
          <a:prstGeom prst="line">
            <a:avLst/>
          </a:prstGeom>
          <a:ln w="1016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1500" y="1554480"/>
            <a:ext cx="736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mtClean="0">
                <a:solidFill>
                  <a:srgbClr val="5F5F5F"/>
                </a:solidFill>
                <a:latin typeface="맑은 고딕" panose="020B0503020000020004" pitchFamily="50" charset="-127"/>
              </a:rPr>
              <a:t>800</a:t>
            </a:r>
            <a:endParaRPr lang="ko-KR" altLang="en-US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498600" y="762000"/>
            <a:ext cx="12979400" cy="0"/>
          </a:xfrm>
          <a:prstGeom prst="line">
            <a:avLst/>
          </a:prstGeom>
          <a:ln w="1016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1500" y="609600"/>
            <a:ext cx="736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mtClean="0">
                <a:solidFill>
                  <a:srgbClr val="5F5F5F"/>
                </a:solidFill>
                <a:latin typeface="맑은 고딕" panose="020B0503020000020004" pitchFamily="50" charset="-127"/>
              </a:rPr>
              <a:t>1000</a:t>
            </a:r>
            <a:endParaRPr lang="ko-KR" altLang="en-US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 rot="16200000">
            <a:off x="101600" y="2438400"/>
            <a:ext cx="10922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300" smtClean="0">
                <a:solidFill>
                  <a:srgbClr val="848484"/>
                </a:solidFill>
                <a:latin typeface="맑은 고딕" panose="020B0503020000020004" pitchFamily="50" charset="-127"/>
              </a:rPr>
              <a:t>NAV (100 = 2002-11-13)</a:t>
            </a:r>
            <a:endParaRPr lang="ko-KR" altLang="en-US" sz="1300">
              <a:solidFill>
                <a:srgbClr val="848484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1498600" y="762000"/>
            <a:ext cx="0" cy="4724400"/>
          </a:xfrm>
          <a:prstGeom prst="line">
            <a:avLst/>
          </a:prstGeom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498600" y="5486400"/>
            <a:ext cx="12979400" cy="0"/>
          </a:xfrm>
          <a:prstGeom prst="line">
            <a:avLst/>
          </a:prstGeom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17168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2004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20673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2006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22669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2008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6175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2010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28171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2012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231676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2014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33673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2016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37178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2018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539175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2020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642680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2022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744676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2024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848181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2026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1752600" y="1117600"/>
            <a:ext cx="635000" cy="0"/>
          </a:xfrm>
          <a:prstGeom prst="line">
            <a:avLst/>
          </a:prstGeom>
          <a:ln w="3810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616200" y="965200"/>
            <a:ext cx="45720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mtClean="0">
                <a:solidFill>
                  <a:srgbClr val="0F0F0F"/>
                </a:solidFill>
                <a:latin typeface="맑은 고딕" panose="020B0503020000020004" pitchFamily="50" charset="-127"/>
              </a:rPr>
              <a:t>포트폴리오 </a:t>
            </a:r>
            <a:r>
              <a:rPr lang="en-US" altLang="ko-KR" smtClean="0">
                <a:solidFill>
                  <a:srgbClr val="0F0F0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mtClean="0">
                <a:solidFill>
                  <a:srgbClr val="0F0F0F"/>
                </a:solidFill>
                <a:latin typeface="맑은 고딕" panose="020B0503020000020004" pitchFamily="50" charset="-127"/>
              </a:rPr>
              <a:t>보수적 여유자금</a:t>
            </a:r>
            <a:endParaRPr lang="ko-KR" altLang="en-US">
              <a:solidFill>
                <a:srgbClr val="0F0F0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2" name="직선 연결선 31"/>
          <p:cNvCxnSpPr/>
          <p:nvPr/>
        </p:nvCxnSpPr>
        <p:spPr>
          <a:xfrm>
            <a:off x="1752600" y="1562100"/>
            <a:ext cx="635000" cy="0"/>
          </a:xfrm>
          <a:prstGeom prst="line">
            <a:avLst/>
          </a:prstGeom>
          <a:ln w="38100">
            <a:solidFill>
              <a:srgbClr val="BD8F2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616200" y="1409700"/>
            <a:ext cx="66040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mtClean="0">
                <a:solidFill>
                  <a:srgbClr val="0F0F0F"/>
                </a:solidFill>
                <a:latin typeface="맑은 고딕" panose="020B0503020000020004" pitchFamily="50" charset="-127"/>
              </a:rPr>
              <a:t>벤치마크 </a:t>
            </a:r>
            <a:r>
              <a:rPr lang="en-US" altLang="ko-KR" smtClean="0">
                <a:solidFill>
                  <a:srgbClr val="0F0F0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mtClean="0">
                <a:solidFill>
                  <a:srgbClr val="0F0F0F"/>
                </a:solidFill>
                <a:latin typeface="맑은 고딕" panose="020B0503020000020004" pitchFamily="50" charset="-127"/>
              </a:rPr>
              <a:t>해외주식 </a:t>
            </a:r>
            <a:r>
              <a:rPr lang="en-US" altLang="ko-KR" smtClean="0">
                <a:solidFill>
                  <a:srgbClr val="0F0F0F"/>
                </a:solidFill>
                <a:latin typeface="맑은 고딕" panose="020B0503020000020004" pitchFamily="50" charset="-127"/>
              </a:rPr>
              <a:t>70% + </a:t>
            </a:r>
            <a:r>
              <a:rPr lang="ko-KR" altLang="en-US" smtClean="0">
                <a:solidFill>
                  <a:srgbClr val="0F0F0F"/>
                </a:solidFill>
                <a:latin typeface="맑은 고딕" panose="020B0503020000020004" pitchFamily="50" charset="-127"/>
              </a:rPr>
              <a:t>채권 </a:t>
            </a:r>
            <a:r>
              <a:rPr lang="en-US" altLang="ko-KR" smtClean="0">
                <a:solidFill>
                  <a:srgbClr val="0F0F0F"/>
                </a:solidFill>
                <a:latin typeface="맑은 고딕" panose="020B0503020000020004" pitchFamily="50" charset="-127"/>
              </a:rPr>
              <a:t>30%)</a:t>
            </a:r>
            <a:endParaRPr lang="ko-KR" altLang="en-US">
              <a:solidFill>
                <a:srgbClr val="0F0F0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5" name="직선 연결선 34"/>
          <p:cNvCxnSpPr/>
          <p:nvPr/>
        </p:nvCxnSpPr>
        <p:spPr>
          <a:xfrm flipV="1">
            <a:off x="1498600" y="5007878"/>
            <a:ext cx="43778" cy="608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V="1">
            <a:off x="1542378" y="5005227"/>
            <a:ext cx="48307" cy="265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1590685" y="5005227"/>
            <a:ext cx="43777" cy="1774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V="1">
            <a:off x="1634462" y="5021231"/>
            <a:ext cx="43778" cy="173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V="1">
            <a:off x="1678240" y="5017441"/>
            <a:ext cx="5735" cy="379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V="1">
            <a:off x="1775302" y="4955761"/>
            <a:ext cx="32763" cy="2182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1808065" y="4955761"/>
            <a:ext cx="46797" cy="208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1854862" y="4957843"/>
            <a:ext cx="42268" cy="960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 flipV="1">
            <a:off x="1897130" y="4955498"/>
            <a:ext cx="43778" cy="1194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1940908" y="4955498"/>
            <a:ext cx="15423" cy="212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 flipV="1">
            <a:off x="2041905" y="4910436"/>
            <a:ext cx="25808" cy="736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2067713" y="4885615"/>
            <a:ext cx="43778" cy="2482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2111491" y="4868516"/>
            <a:ext cx="49816" cy="1709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2161307" y="4868516"/>
            <a:ext cx="43778" cy="243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2205085" y="4870950"/>
            <a:ext cx="14756" cy="807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>
            <a:off x="2317144" y="4896281"/>
            <a:ext cx="16256" cy="280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 flipV="1">
            <a:off x="2333400" y="4887181"/>
            <a:ext cx="45287" cy="1190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2378687" y="4887181"/>
            <a:ext cx="46797" cy="310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2425484" y="4890288"/>
            <a:ext cx="42269" cy="936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 flipV="1">
            <a:off x="2467753" y="4888362"/>
            <a:ext cx="35218" cy="1129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2603797" y="4882656"/>
            <a:ext cx="36048" cy="790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 flipV="1">
            <a:off x="2639845" y="4886516"/>
            <a:ext cx="43778" cy="404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2683623" y="4886516"/>
            <a:ext cx="43778" cy="967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 flipV="1">
            <a:off x="2727401" y="4895536"/>
            <a:ext cx="46797" cy="65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2774198" y="4895536"/>
            <a:ext cx="17490" cy="424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 flipV="1">
            <a:off x="2890032" y="4906182"/>
            <a:ext cx="13990" cy="363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 flipV="1">
            <a:off x="2904022" y="4893435"/>
            <a:ext cx="42269" cy="1274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V="1">
            <a:off x="2946291" y="4881231"/>
            <a:ext cx="43778" cy="1220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 flipV="1">
            <a:off x="2990069" y="4878512"/>
            <a:ext cx="42268" cy="271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 flipV="1">
            <a:off x="3032337" y="4866484"/>
            <a:ext cx="42423" cy="1202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 flipV="1">
            <a:off x="3175750" y="4857480"/>
            <a:ext cx="31699" cy="390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3207449" y="4857480"/>
            <a:ext cx="46797" cy="337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3254246" y="4860853"/>
            <a:ext cx="42268" cy="650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V="1">
            <a:off x="3296514" y="4855739"/>
            <a:ext cx="43778" cy="1162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3340292" y="4855739"/>
            <a:ext cx="23047" cy="500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3457458" y="4878155"/>
            <a:ext cx="15677" cy="1103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flipV="1">
            <a:off x="3473135" y="4874352"/>
            <a:ext cx="43778" cy="1483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 flipV="1">
            <a:off x="3516913" y="4855782"/>
            <a:ext cx="42269" cy="1857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 flipV="1">
            <a:off x="3559182" y="4851368"/>
            <a:ext cx="43778" cy="441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 flipV="1">
            <a:off x="3602960" y="4842006"/>
            <a:ext cx="33659" cy="936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3735968" y="4815346"/>
            <a:ext cx="45123" cy="713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flipV="1">
            <a:off x="3781091" y="4801834"/>
            <a:ext cx="43777" cy="1351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>
            <a:off x="3824868" y="4801834"/>
            <a:ext cx="43778" cy="250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 flipV="1">
            <a:off x="3868646" y="4791875"/>
            <a:ext cx="42269" cy="1246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 flipV="1">
            <a:off x="3910915" y="4788197"/>
            <a:ext cx="10457" cy="367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4020257" y="4771165"/>
            <a:ext cx="23501" cy="241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 flipV="1">
            <a:off x="4043758" y="4767199"/>
            <a:ext cx="43778" cy="638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/>
          <p:nvPr/>
        </p:nvCxnSpPr>
        <p:spPr>
          <a:xfrm>
            <a:off x="4087536" y="4767199"/>
            <a:ext cx="42268" cy="289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 flipV="1">
            <a:off x="4129804" y="4754793"/>
            <a:ext cx="43778" cy="1529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 flipV="1">
            <a:off x="4173582" y="4740566"/>
            <a:ext cx="30763" cy="1422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>
            <a:off x="4302699" y="4743669"/>
            <a:ext cx="47504" cy="1280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>
            <a:off x="4350203" y="4756477"/>
            <a:ext cx="43778" cy="1231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 flipV="1">
            <a:off x="4393981" y="4737340"/>
            <a:ext cx="43778" cy="3145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 flipV="1">
            <a:off x="4437759" y="4725808"/>
            <a:ext cx="40302" cy="1153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>
            <a:off x="4537459" y="4659214"/>
            <a:ext cx="33144" cy="1442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>
            <a:off x="4570603" y="4673638"/>
            <a:ext cx="43778" cy="5031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>
            <a:off x="4614381" y="4723948"/>
            <a:ext cx="42268" cy="1158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 flipV="1">
            <a:off x="4656649" y="4698814"/>
            <a:ext cx="23939" cy="3672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/>
          <p:nvPr/>
        </p:nvCxnSpPr>
        <p:spPr>
          <a:xfrm>
            <a:off x="4755268" y="4702216"/>
            <a:ext cx="29695" cy="691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 flipV="1">
            <a:off x="4784963" y="4697267"/>
            <a:ext cx="42269" cy="1186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/>
          <p:nvPr/>
        </p:nvCxnSpPr>
        <p:spPr>
          <a:xfrm>
            <a:off x="4827232" y="4697267"/>
            <a:ext cx="45287" cy="6165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 flipV="1">
            <a:off x="4872519" y="4748966"/>
            <a:ext cx="38336" cy="995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5003540" y="4766173"/>
            <a:ext cx="3332" cy="225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 flipV="1">
            <a:off x="5006872" y="4750472"/>
            <a:ext cx="43778" cy="1795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/>
          <p:nvPr/>
        </p:nvCxnSpPr>
        <p:spPr>
          <a:xfrm flipV="1">
            <a:off x="5050650" y="4747675"/>
            <a:ext cx="42269" cy="279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 flipV="1">
            <a:off x="5092919" y="4720253"/>
            <a:ext cx="43778" cy="2742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 flipV="1">
            <a:off x="5136697" y="4709693"/>
            <a:ext cx="43885" cy="1056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/>
          <p:cNvCxnSpPr/>
          <p:nvPr/>
        </p:nvCxnSpPr>
        <p:spPr>
          <a:xfrm flipV="1">
            <a:off x="5264700" y="4652102"/>
            <a:ext cx="4840" cy="233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/>
          <p:nvPr/>
        </p:nvCxnSpPr>
        <p:spPr>
          <a:xfrm>
            <a:off x="5269540" y="4652102"/>
            <a:ext cx="42268" cy="1167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 flipV="1">
            <a:off x="5311808" y="4659811"/>
            <a:ext cx="42269" cy="396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>
            <a:off x="5354077" y="4659811"/>
            <a:ext cx="43778" cy="112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5397855" y="4660932"/>
            <a:ext cx="45287" cy="462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>
            <a:off x="5443142" y="4665555"/>
            <a:ext cx="8496" cy="426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 flipV="1">
            <a:off x="5544108" y="4659162"/>
            <a:ext cx="33387" cy="762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/>
          <p:nvPr/>
        </p:nvCxnSpPr>
        <p:spPr>
          <a:xfrm>
            <a:off x="5577495" y="4659162"/>
            <a:ext cx="42268" cy="1712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 flipV="1">
            <a:off x="5619763" y="4659073"/>
            <a:ext cx="43778" cy="1721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>
            <a:off x="5663541" y="4659073"/>
            <a:ext cx="42268" cy="619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V="1">
            <a:off x="5705809" y="4655076"/>
            <a:ext cx="18236" cy="1018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/>
          <p:nvPr/>
        </p:nvCxnSpPr>
        <p:spPr>
          <a:xfrm flipV="1">
            <a:off x="5818449" y="4625965"/>
            <a:ext cx="20204" cy="958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 flipV="1">
            <a:off x="5838653" y="4617639"/>
            <a:ext cx="42268" cy="832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/>
        </p:nvCxnSpPr>
        <p:spPr>
          <a:xfrm flipV="1">
            <a:off x="5880921" y="4611751"/>
            <a:ext cx="42269" cy="588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/>
          <p:nvPr/>
        </p:nvCxnSpPr>
        <p:spPr>
          <a:xfrm flipV="1">
            <a:off x="5923190" y="4577290"/>
            <a:ext cx="43778" cy="3446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>
            <a:off x="5966968" y="4577290"/>
            <a:ext cx="25698" cy="711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>
            <a:off x="6087337" y="4579547"/>
            <a:ext cx="10964" cy="338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/>
          <p:nvPr/>
        </p:nvCxnSpPr>
        <p:spPr>
          <a:xfrm>
            <a:off x="6098301" y="4582928"/>
            <a:ext cx="42269" cy="77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/>
          <p:cNvCxnSpPr/>
          <p:nvPr/>
        </p:nvCxnSpPr>
        <p:spPr>
          <a:xfrm flipV="1">
            <a:off x="6140570" y="4578360"/>
            <a:ext cx="46797" cy="534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/>
          <p:nvPr/>
        </p:nvCxnSpPr>
        <p:spPr>
          <a:xfrm>
            <a:off x="6187367" y="4578360"/>
            <a:ext cx="43778" cy="1593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>
            <a:off x="6231145" y="4594299"/>
            <a:ext cx="41212" cy="1247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/>
          <p:nvPr/>
        </p:nvCxnSpPr>
        <p:spPr>
          <a:xfrm flipV="1">
            <a:off x="6339024" y="4653266"/>
            <a:ext cx="21945" cy="845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/>
          <p:nvPr/>
        </p:nvCxnSpPr>
        <p:spPr>
          <a:xfrm flipV="1">
            <a:off x="6360969" y="4606700"/>
            <a:ext cx="42268" cy="4656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V="1">
            <a:off x="6403237" y="4604444"/>
            <a:ext cx="42268" cy="225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/>
          <p:cNvCxnSpPr/>
          <p:nvPr/>
        </p:nvCxnSpPr>
        <p:spPr>
          <a:xfrm>
            <a:off x="6445505" y="4604444"/>
            <a:ext cx="43778" cy="449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/>
          <p:cNvCxnSpPr/>
          <p:nvPr/>
        </p:nvCxnSpPr>
        <p:spPr>
          <a:xfrm flipV="1">
            <a:off x="6489283" y="4601108"/>
            <a:ext cx="15938" cy="782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/>
          <p:cNvCxnSpPr/>
          <p:nvPr/>
        </p:nvCxnSpPr>
        <p:spPr>
          <a:xfrm flipV="1">
            <a:off x="6598253" y="4548631"/>
            <a:ext cx="26893" cy="1180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/>
          <p:cNvCxnSpPr/>
          <p:nvPr/>
        </p:nvCxnSpPr>
        <p:spPr>
          <a:xfrm flipV="1">
            <a:off x="6625146" y="4534820"/>
            <a:ext cx="42268" cy="1381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/>
          <p:cNvCxnSpPr/>
          <p:nvPr/>
        </p:nvCxnSpPr>
        <p:spPr>
          <a:xfrm>
            <a:off x="6667414" y="4534820"/>
            <a:ext cx="43778" cy="373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/>
          <p:cNvCxnSpPr/>
          <p:nvPr/>
        </p:nvCxnSpPr>
        <p:spPr>
          <a:xfrm>
            <a:off x="6711192" y="4538551"/>
            <a:ext cx="42269" cy="1882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/>
          <p:cNvCxnSpPr/>
          <p:nvPr/>
        </p:nvCxnSpPr>
        <p:spPr>
          <a:xfrm>
            <a:off x="6753461" y="4557376"/>
            <a:ext cx="25228" cy="796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/>
          <p:cNvCxnSpPr/>
          <p:nvPr/>
        </p:nvCxnSpPr>
        <p:spPr>
          <a:xfrm flipV="1">
            <a:off x="6870679" y="4536336"/>
            <a:ext cx="15625" cy="1348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/>
          <p:nvPr/>
        </p:nvCxnSpPr>
        <p:spPr>
          <a:xfrm flipV="1">
            <a:off x="6886304" y="4517789"/>
            <a:ext cx="43778" cy="1854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/>
          <p:cNvCxnSpPr/>
          <p:nvPr/>
        </p:nvCxnSpPr>
        <p:spPr>
          <a:xfrm>
            <a:off x="6930082" y="4517789"/>
            <a:ext cx="42268" cy="682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/>
          <p:cNvCxnSpPr/>
          <p:nvPr/>
        </p:nvCxnSpPr>
        <p:spPr>
          <a:xfrm>
            <a:off x="6972350" y="4524618"/>
            <a:ext cx="45288" cy="5464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/>
          <p:cNvCxnSpPr/>
          <p:nvPr/>
        </p:nvCxnSpPr>
        <p:spPr>
          <a:xfrm flipV="1">
            <a:off x="7017638" y="4574810"/>
            <a:ext cx="7277" cy="444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/>
          <p:cNvCxnSpPr/>
          <p:nvPr/>
        </p:nvCxnSpPr>
        <p:spPr>
          <a:xfrm flipV="1">
            <a:off x="7117150" y="4509688"/>
            <a:ext cx="36351" cy="2742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/>
          <p:cNvCxnSpPr/>
          <p:nvPr/>
        </p:nvCxnSpPr>
        <p:spPr>
          <a:xfrm flipV="1">
            <a:off x="7153501" y="4472995"/>
            <a:ext cx="43778" cy="3669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/>
          <p:cNvCxnSpPr/>
          <p:nvPr/>
        </p:nvCxnSpPr>
        <p:spPr>
          <a:xfrm flipV="1">
            <a:off x="7197279" y="4469419"/>
            <a:ext cx="46797" cy="357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/>
          <p:nvPr/>
        </p:nvCxnSpPr>
        <p:spPr>
          <a:xfrm flipV="1">
            <a:off x="7244076" y="4448580"/>
            <a:ext cx="35202" cy="2083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/>
          <p:nvPr/>
        </p:nvCxnSpPr>
        <p:spPr>
          <a:xfrm flipV="1">
            <a:off x="7379225" y="4436361"/>
            <a:ext cx="36942" cy="1187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>
            <a:off x="7416167" y="4436361"/>
            <a:ext cx="43778" cy="3184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/>
          <p:cNvCxnSpPr/>
          <p:nvPr/>
        </p:nvCxnSpPr>
        <p:spPr>
          <a:xfrm flipV="1">
            <a:off x="7459945" y="4455502"/>
            <a:ext cx="42269" cy="1270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/>
          <p:cNvCxnSpPr/>
          <p:nvPr/>
        </p:nvCxnSpPr>
        <p:spPr>
          <a:xfrm flipV="1">
            <a:off x="7502214" y="4434262"/>
            <a:ext cx="42268" cy="2124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/>
          <p:cNvCxnSpPr/>
          <p:nvPr/>
        </p:nvCxnSpPr>
        <p:spPr>
          <a:xfrm flipV="1">
            <a:off x="7544482" y="4433987"/>
            <a:ext cx="6113" cy="27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/>
          <p:cNvCxnSpPr/>
          <p:nvPr/>
        </p:nvCxnSpPr>
        <p:spPr>
          <a:xfrm>
            <a:off x="7651643" y="4427190"/>
            <a:ext cx="28702" cy="246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 flipV="1">
            <a:off x="7680345" y="4402122"/>
            <a:ext cx="43778" cy="2753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>
            <a:off x="7724123" y="4402122"/>
            <a:ext cx="42268" cy="65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/>
          <p:nvPr/>
        </p:nvCxnSpPr>
        <p:spPr>
          <a:xfrm>
            <a:off x="7766391" y="4402781"/>
            <a:ext cx="43778" cy="1581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/>
          <p:cNvCxnSpPr/>
          <p:nvPr/>
        </p:nvCxnSpPr>
        <p:spPr>
          <a:xfrm flipV="1">
            <a:off x="7810169" y="4417300"/>
            <a:ext cx="21116" cy="129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/>
          <p:cNvCxnSpPr/>
          <p:nvPr/>
        </p:nvCxnSpPr>
        <p:spPr>
          <a:xfrm flipV="1">
            <a:off x="7929283" y="4388253"/>
            <a:ext cx="13730" cy="408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/>
          <p:cNvCxnSpPr/>
          <p:nvPr/>
        </p:nvCxnSpPr>
        <p:spPr>
          <a:xfrm>
            <a:off x="7943013" y="4388253"/>
            <a:ext cx="42268" cy="969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 flipV="1">
            <a:off x="7985281" y="4386668"/>
            <a:ext cx="43778" cy="1127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>
            <a:off x="8029059" y="4386668"/>
            <a:ext cx="42268" cy="3206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/>
          <p:cNvCxnSpPr/>
          <p:nvPr/>
        </p:nvCxnSpPr>
        <p:spPr>
          <a:xfrm flipV="1">
            <a:off x="8071327" y="4388093"/>
            <a:ext cx="15964" cy="3064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/>
          <p:cNvCxnSpPr/>
          <p:nvPr/>
        </p:nvCxnSpPr>
        <p:spPr>
          <a:xfrm>
            <a:off x="8158047" y="4341202"/>
            <a:ext cx="47633" cy="2740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/>
          <p:cNvCxnSpPr/>
          <p:nvPr/>
        </p:nvCxnSpPr>
        <p:spPr>
          <a:xfrm flipV="1">
            <a:off x="8205680" y="4336219"/>
            <a:ext cx="43778" cy="3239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/>
          <p:cNvCxnSpPr/>
          <p:nvPr/>
        </p:nvCxnSpPr>
        <p:spPr>
          <a:xfrm flipV="1">
            <a:off x="8249458" y="4314625"/>
            <a:ext cx="43778" cy="2159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/>
          <p:cNvCxnSpPr/>
          <p:nvPr/>
        </p:nvCxnSpPr>
        <p:spPr>
          <a:xfrm flipV="1">
            <a:off x="8293236" y="4313609"/>
            <a:ext cx="32257" cy="101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/>
          <p:cNvCxnSpPr/>
          <p:nvPr/>
        </p:nvCxnSpPr>
        <p:spPr>
          <a:xfrm>
            <a:off x="8424688" y="4297402"/>
            <a:ext cx="45169" cy="529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/>
          <p:cNvCxnSpPr/>
          <p:nvPr/>
        </p:nvCxnSpPr>
        <p:spPr>
          <a:xfrm flipV="1">
            <a:off x="8469857" y="4246770"/>
            <a:ext cx="42268" cy="5592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/>
          <p:cNvCxnSpPr/>
          <p:nvPr/>
        </p:nvCxnSpPr>
        <p:spPr>
          <a:xfrm>
            <a:off x="8512125" y="4246770"/>
            <a:ext cx="42269" cy="4137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/>
          <p:cNvCxnSpPr/>
          <p:nvPr/>
        </p:nvCxnSpPr>
        <p:spPr>
          <a:xfrm>
            <a:off x="8554394" y="4288143"/>
            <a:ext cx="12852" cy="915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/>
          <p:cNvCxnSpPr/>
          <p:nvPr/>
        </p:nvCxnSpPr>
        <p:spPr>
          <a:xfrm flipV="1">
            <a:off x="8658055" y="4293985"/>
            <a:ext cx="24654" cy="461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/>
          <p:cNvCxnSpPr/>
          <p:nvPr/>
        </p:nvCxnSpPr>
        <p:spPr>
          <a:xfrm flipV="1">
            <a:off x="8682709" y="4281465"/>
            <a:ext cx="43778" cy="1252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/>
          <p:cNvCxnSpPr/>
          <p:nvPr/>
        </p:nvCxnSpPr>
        <p:spPr>
          <a:xfrm>
            <a:off x="8726487" y="4281465"/>
            <a:ext cx="49815" cy="5326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/>
          <p:cNvCxnSpPr/>
          <p:nvPr/>
        </p:nvCxnSpPr>
        <p:spPr>
          <a:xfrm flipV="1">
            <a:off x="8776302" y="4297041"/>
            <a:ext cx="28011" cy="3768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/>
          <p:cNvCxnSpPr/>
          <p:nvPr/>
        </p:nvCxnSpPr>
        <p:spPr>
          <a:xfrm flipV="1">
            <a:off x="8893531" y="4276561"/>
            <a:ext cx="12596" cy="255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/>
          <p:cNvCxnSpPr/>
          <p:nvPr/>
        </p:nvCxnSpPr>
        <p:spPr>
          <a:xfrm flipV="1">
            <a:off x="8906127" y="4248651"/>
            <a:ext cx="42268" cy="2791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>
            <a:off x="8948395" y="4248651"/>
            <a:ext cx="43778" cy="932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/>
          <p:cNvCxnSpPr/>
          <p:nvPr/>
        </p:nvCxnSpPr>
        <p:spPr>
          <a:xfrm flipV="1">
            <a:off x="8992173" y="4254396"/>
            <a:ext cx="43778" cy="358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/>
          <p:cNvCxnSpPr/>
          <p:nvPr/>
        </p:nvCxnSpPr>
        <p:spPr>
          <a:xfrm>
            <a:off x="9035951" y="4254396"/>
            <a:ext cx="37601" cy="734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/>
          <p:nvPr/>
        </p:nvCxnSpPr>
        <p:spPr>
          <a:xfrm flipV="1">
            <a:off x="9174406" y="4249388"/>
            <a:ext cx="35147" cy="1407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/>
          <p:nvPr/>
        </p:nvCxnSpPr>
        <p:spPr>
          <a:xfrm flipV="1">
            <a:off x="9209553" y="4216376"/>
            <a:ext cx="43778" cy="3301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/>
          <p:cNvCxnSpPr/>
          <p:nvPr/>
        </p:nvCxnSpPr>
        <p:spPr>
          <a:xfrm flipV="1">
            <a:off x="9253331" y="4172720"/>
            <a:ext cx="45287" cy="4365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/>
          <p:cNvCxnSpPr/>
          <p:nvPr/>
        </p:nvCxnSpPr>
        <p:spPr>
          <a:xfrm>
            <a:off x="9298618" y="4172720"/>
            <a:ext cx="27615" cy="2135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/>
          <p:cNvCxnSpPr/>
          <p:nvPr/>
        </p:nvCxnSpPr>
        <p:spPr>
          <a:xfrm>
            <a:off x="9404810" y="4178495"/>
            <a:ext cx="26652" cy="2028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/>
          <p:cNvCxnSpPr/>
          <p:nvPr/>
        </p:nvCxnSpPr>
        <p:spPr>
          <a:xfrm flipV="1">
            <a:off x="9431462" y="4161803"/>
            <a:ext cx="43778" cy="3697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/>
          <p:cNvCxnSpPr/>
          <p:nvPr/>
        </p:nvCxnSpPr>
        <p:spPr>
          <a:xfrm flipV="1">
            <a:off x="9475240" y="4150017"/>
            <a:ext cx="43777" cy="1178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 flipV="1">
            <a:off x="9519017" y="4113720"/>
            <a:ext cx="40472" cy="3629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/>
          <p:cNvCxnSpPr/>
          <p:nvPr/>
        </p:nvCxnSpPr>
        <p:spPr>
          <a:xfrm flipV="1">
            <a:off x="9655018" y="4069378"/>
            <a:ext cx="36092" cy="2884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/>
          <p:cNvCxnSpPr/>
          <p:nvPr/>
        </p:nvCxnSpPr>
        <p:spPr>
          <a:xfrm flipV="1">
            <a:off x="9691110" y="4054322"/>
            <a:ext cx="42269" cy="1505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>
            <a:off x="9733379" y="4054322"/>
            <a:ext cx="42268" cy="4287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/>
          <p:cNvCxnSpPr/>
          <p:nvPr/>
        </p:nvCxnSpPr>
        <p:spPr>
          <a:xfrm flipV="1">
            <a:off x="9775647" y="4080185"/>
            <a:ext cx="35337" cy="1701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/>
          <p:cNvCxnSpPr/>
          <p:nvPr/>
        </p:nvCxnSpPr>
        <p:spPr>
          <a:xfrm>
            <a:off x="9896424" y="4062436"/>
            <a:ext cx="15086" cy="1027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/>
          <p:cNvCxnSpPr/>
          <p:nvPr/>
        </p:nvCxnSpPr>
        <p:spPr>
          <a:xfrm flipV="1">
            <a:off x="9911510" y="4066834"/>
            <a:ext cx="43778" cy="587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/>
          <p:cNvCxnSpPr/>
          <p:nvPr/>
        </p:nvCxnSpPr>
        <p:spPr>
          <a:xfrm>
            <a:off x="9955288" y="4066834"/>
            <a:ext cx="46797" cy="992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/>
          <p:cNvCxnSpPr/>
          <p:nvPr/>
        </p:nvCxnSpPr>
        <p:spPr>
          <a:xfrm flipV="1">
            <a:off x="10002085" y="4071206"/>
            <a:ext cx="42268" cy="555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/>
          <p:cNvCxnSpPr/>
          <p:nvPr/>
        </p:nvCxnSpPr>
        <p:spPr>
          <a:xfrm flipV="1">
            <a:off x="10044353" y="4060614"/>
            <a:ext cx="36084" cy="1059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/>
          <p:cNvCxnSpPr/>
          <p:nvPr/>
        </p:nvCxnSpPr>
        <p:spPr>
          <a:xfrm flipV="1">
            <a:off x="10162453" y="4000281"/>
            <a:ext cx="11724" cy="431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/>
          <p:cNvCxnSpPr/>
          <p:nvPr/>
        </p:nvCxnSpPr>
        <p:spPr>
          <a:xfrm>
            <a:off x="10174177" y="4000281"/>
            <a:ext cx="43778" cy="670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 flipV="1">
            <a:off x="10217955" y="3992754"/>
            <a:ext cx="42268" cy="1423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 193"/>
          <p:cNvCxnSpPr/>
          <p:nvPr/>
        </p:nvCxnSpPr>
        <p:spPr>
          <a:xfrm>
            <a:off x="10260223" y="3992754"/>
            <a:ext cx="42269" cy="6224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/>
          <p:cNvCxnSpPr/>
          <p:nvPr/>
        </p:nvCxnSpPr>
        <p:spPr>
          <a:xfrm>
            <a:off x="10302492" y="4054995"/>
            <a:ext cx="13825" cy="125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>
            <a:off x="10389758" y="4115753"/>
            <a:ext cx="6328" cy="826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/>
          <p:cNvCxnSpPr/>
          <p:nvPr/>
        </p:nvCxnSpPr>
        <p:spPr>
          <a:xfrm flipV="1">
            <a:off x="10396086" y="4047641"/>
            <a:ext cx="43778" cy="7637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/>
          <p:cNvCxnSpPr/>
          <p:nvPr/>
        </p:nvCxnSpPr>
        <p:spPr>
          <a:xfrm flipV="1">
            <a:off x="10439864" y="4001226"/>
            <a:ext cx="43777" cy="4641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/>
          <p:cNvCxnSpPr/>
          <p:nvPr/>
        </p:nvCxnSpPr>
        <p:spPr>
          <a:xfrm flipV="1">
            <a:off x="10483641" y="3985209"/>
            <a:ext cx="23283" cy="1601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/>
          <p:cNvCxnSpPr/>
          <p:nvPr/>
        </p:nvCxnSpPr>
        <p:spPr>
          <a:xfrm flipV="1">
            <a:off x="10572510" y="3908641"/>
            <a:ext cx="197" cy="26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 200"/>
          <p:cNvCxnSpPr/>
          <p:nvPr/>
        </p:nvCxnSpPr>
        <p:spPr>
          <a:xfrm>
            <a:off x="10572707" y="3908641"/>
            <a:ext cx="43778" cy="531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연결선 201"/>
          <p:cNvCxnSpPr/>
          <p:nvPr/>
        </p:nvCxnSpPr>
        <p:spPr>
          <a:xfrm flipV="1">
            <a:off x="10616485" y="3898845"/>
            <a:ext cx="42268" cy="1511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직선 연결선 202"/>
          <p:cNvCxnSpPr/>
          <p:nvPr/>
        </p:nvCxnSpPr>
        <p:spPr>
          <a:xfrm flipV="1">
            <a:off x="10658753" y="3840895"/>
            <a:ext cx="43778" cy="5795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연결선 203"/>
          <p:cNvCxnSpPr/>
          <p:nvPr/>
        </p:nvCxnSpPr>
        <p:spPr>
          <a:xfrm>
            <a:off x="10702531" y="3840895"/>
            <a:ext cx="28473" cy="213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/>
          <p:cNvCxnSpPr/>
          <p:nvPr/>
        </p:nvCxnSpPr>
        <p:spPr>
          <a:xfrm>
            <a:off x="10824075" y="3831582"/>
            <a:ext cx="6771" cy="232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/>
          <p:cNvCxnSpPr/>
          <p:nvPr/>
        </p:nvCxnSpPr>
        <p:spPr>
          <a:xfrm flipV="1">
            <a:off x="10830846" y="3818235"/>
            <a:ext cx="42269" cy="1566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/>
          <p:cNvCxnSpPr/>
          <p:nvPr/>
        </p:nvCxnSpPr>
        <p:spPr>
          <a:xfrm flipV="1">
            <a:off x="10873115" y="3776255"/>
            <a:ext cx="43778" cy="4198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연결선 207"/>
          <p:cNvCxnSpPr/>
          <p:nvPr/>
        </p:nvCxnSpPr>
        <p:spPr>
          <a:xfrm flipV="1">
            <a:off x="10916893" y="3764037"/>
            <a:ext cx="48306" cy="1221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직선 연결선 208"/>
          <p:cNvCxnSpPr/>
          <p:nvPr/>
        </p:nvCxnSpPr>
        <p:spPr>
          <a:xfrm flipV="1">
            <a:off x="10965199" y="3742148"/>
            <a:ext cx="17109" cy="2188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/>
          <p:cNvCxnSpPr/>
          <p:nvPr/>
        </p:nvCxnSpPr>
        <p:spPr>
          <a:xfrm>
            <a:off x="11017794" y="3765650"/>
            <a:ext cx="28815" cy="18830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/>
          <p:cNvCxnSpPr/>
          <p:nvPr/>
        </p:nvCxnSpPr>
        <p:spPr>
          <a:xfrm flipV="1">
            <a:off x="11075327" y="3888058"/>
            <a:ext cx="19696" cy="4942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/>
          <p:cNvCxnSpPr/>
          <p:nvPr/>
        </p:nvCxnSpPr>
        <p:spPr>
          <a:xfrm flipV="1">
            <a:off x="11095023" y="3824618"/>
            <a:ext cx="43778" cy="6344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/>
          <p:cNvCxnSpPr/>
          <p:nvPr/>
        </p:nvCxnSpPr>
        <p:spPr>
          <a:xfrm flipV="1">
            <a:off x="11138801" y="3769287"/>
            <a:ext cx="23770" cy="5533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/>
          <p:cNvCxnSpPr/>
          <p:nvPr/>
        </p:nvCxnSpPr>
        <p:spPr>
          <a:xfrm>
            <a:off x="11226977" y="3728303"/>
            <a:ext cx="2399" cy="73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/>
          <p:nvPr/>
        </p:nvCxnSpPr>
        <p:spPr>
          <a:xfrm flipV="1">
            <a:off x="11229376" y="3664400"/>
            <a:ext cx="42269" cy="6463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/>
          <p:cNvCxnSpPr/>
          <p:nvPr/>
        </p:nvCxnSpPr>
        <p:spPr>
          <a:xfrm flipV="1">
            <a:off x="11271645" y="3610011"/>
            <a:ext cx="42268" cy="5438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직선 연결선 216"/>
          <p:cNvCxnSpPr/>
          <p:nvPr/>
        </p:nvCxnSpPr>
        <p:spPr>
          <a:xfrm>
            <a:off x="11313913" y="3610011"/>
            <a:ext cx="19883" cy="3685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/>
          <p:cNvCxnSpPr/>
          <p:nvPr/>
        </p:nvCxnSpPr>
        <p:spPr>
          <a:xfrm>
            <a:off x="11384290" y="3734996"/>
            <a:ext cx="15669" cy="2582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연결선 218"/>
          <p:cNvCxnSpPr/>
          <p:nvPr/>
        </p:nvCxnSpPr>
        <p:spPr>
          <a:xfrm flipV="1">
            <a:off x="11399959" y="3654149"/>
            <a:ext cx="42268" cy="10666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연결선 219"/>
          <p:cNvCxnSpPr/>
          <p:nvPr/>
        </p:nvCxnSpPr>
        <p:spPr>
          <a:xfrm flipV="1">
            <a:off x="11442227" y="3624894"/>
            <a:ext cx="34924" cy="2925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/>
          <p:cNvCxnSpPr/>
          <p:nvPr/>
        </p:nvCxnSpPr>
        <p:spPr>
          <a:xfrm flipV="1">
            <a:off x="11545485" y="3535795"/>
            <a:ext cx="34114" cy="1542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연결선 221"/>
          <p:cNvCxnSpPr/>
          <p:nvPr/>
        </p:nvCxnSpPr>
        <p:spPr>
          <a:xfrm flipV="1">
            <a:off x="11579599" y="3526153"/>
            <a:ext cx="42269" cy="964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직선 연결선 222"/>
          <p:cNvCxnSpPr/>
          <p:nvPr/>
        </p:nvCxnSpPr>
        <p:spPr>
          <a:xfrm flipV="1">
            <a:off x="11621868" y="3470288"/>
            <a:ext cx="43778" cy="5586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/>
          <p:cNvCxnSpPr/>
          <p:nvPr/>
        </p:nvCxnSpPr>
        <p:spPr>
          <a:xfrm flipV="1">
            <a:off x="11665646" y="3448648"/>
            <a:ext cx="32122" cy="2164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연결선 224"/>
          <p:cNvCxnSpPr/>
          <p:nvPr/>
        </p:nvCxnSpPr>
        <p:spPr>
          <a:xfrm flipV="1">
            <a:off x="11782768" y="3381339"/>
            <a:ext cx="15721" cy="1455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/>
          <p:cNvCxnSpPr/>
          <p:nvPr/>
        </p:nvCxnSpPr>
        <p:spPr>
          <a:xfrm flipV="1">
            <a:off x="11798489" y="3291719"/>
            <a:ext cx="42268" cy="8962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/>
          <p:cNvCxnSpPr/>
          <p:nvPr/>
        </p:nvCxnSpPr>
        <p:spPr>
          <a:xfrm flipV="1">
            <a:off x="11840757" y="3284333"/>
            <a:ext cx="43778" cy="738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연결선 227"/>
          <p:cNvCxnSpPr/>
          <p:nvPr/>
        </p:nvCxnSpPr>
        <p:spPr>
          <a:xfrm>
            <a:off x="11884535" y="3284333"/>
            <a:ext cx="24959" cy="566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연결선 228"/>
          <p:cNvCxnSpPr/>
          <p:nvPr/>
        </p:nvCxnSpPr>
        <p:spPr>
          <a:xfrm>
            <a:off x="11972230" y="3228612"/>
            <a:ext cx="40620" cy="3146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직선 연결선 229"/>
          <p:cNvCxnSpPr/>
          <p:nvPr/>
        </p:nvCxnSpPr>
        <p:spPr>
          <a:xfrm flipV="1">
            <a:off x="12012850" y="3218087"/>
            <a:ext cx="43778" cy="4198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직선 연결선 230"/>
          <p:cNvCxnSpPr/>
          <p:nvPr/>
        </p:nvCxnSpPr>
        <p:spPr>
          <a:xfrm>
            <a:off x="12056628" y="3218087"/>
            <a:ext cx="41399" cy="6665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직선 연결선 231"/>
          <p:cNvCxnSpPr/>
          <p:nvPr/>
        </p:nvCxnSpPr>
        <p:spPr>
          <a:xfrm flipV="1">
            <a:off x="12149174" y="3278245"/>
            <a:ext cx="40297" cy="8586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연결선 232"/>
          <p:cNvCxnSpPr/>
          <p:nvPr/>
        </p:nvCxnSpPr>
        <p:spPr>
          <a:xfrm>
            <a:off x="12189471" y="3278245"/>
            <a:ext cx="43437" cy="8522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직선 연결선 233"/>
          <p:cNvCxnSpPr/>
          <p:nvPr/>
        </p:nvCxnSpPr>
        <p:spPr>
          <a:xfrm>
            <a:off x="12300958" y="3438636"/>
            <a:ext cx="19847" cy="2542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연결선 234"/>
          <p:cNvCxnSpPr/>
          <p:nvPr/>
        </p:nvCxnSpPr>
        <p:spPr>
          <a:xfrm flipV="1">
            <a:off x="12320805" y="3330123"/>
            <a:ext cx="43778" cy="13393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직선 연결선 235"/>
          <p:cNvCxnSpPr/>
          <p:nvPr/>
        </p:nvCxnSpPr>
        <p:spPr>
          <a:xfrm flipV="1">
            <a:off x="12364583" y="3324796"/>
            <a:ext cx="16499" cy="532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직선 연결선 236"/>
          <p:cNvCxnSpPr/>
          <p:nvPr/>
        </p:nvCxnSpPr>
        <p:spPr>
          <a:xfrm>
            <a:off x="12449180" y="3377809"/>
            <a:ext cx="4468" cy="647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직선 연결선 237"/>
          <p:cNvCxnSpPr/>
          <p:nvPr/>
        </p:nvCxnSpPr>
        <p:spPr>
          <a:xfrm flipV="1">
            <a:off x="12453648" y="3332339"/>
            <a:ext cx="42268" cy="5194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연결선 238"/>
          <p:cNvCxnSpPr/>
          <p:nvPr/>
        </p:nvCxnSpPr>
        <p:spPr>
          <a:xfrm>
            <a:off x="12495916" y="3332339"/>
            <a:ext cx="42269" cy="371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연결선 239"/>
          <p:cNvCxnSpPr/>
          <p:nvPr/>
        </p:nvCxnSpPr>
        <p:spPr>
          <a:xfrm>
            <a:off x="12538185" y="3336053"/>
            <a:ext cx="25861" cy="6851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연결선 240"/>
          <p:cNvCxnSpPr/>
          <p:nvPr/>
        </p:nvCxnSpPr>
        <p:spPr>
          <a:xfrm flipV="1">
            <a:off x="12629807" y="3331680"/>
            <a:ext cx="41221" cy="10718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/>
          <p:cNvCxnSpPr/>
          <p:nvPr/>
        </p:nvCxnSpPr>
        <p:spPr>
          <a:xfrm>
            <a:off x="12671028" y="3331680"/>
            <a:ext cx="46797" cy="2687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연결선 242"/>
          <p:cNvCxnSpPr/>
          <p:nvPr/>
        </p:nvCxnSpPr>
        <p:spPr>
          <a:xfrm flipV="1">
            <a:off x="12717825" y="3338345"/>
            <a:ext cx="7884" cy="2021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연결선 243"/>
          <p:cNvCxnSpPr/>
          <p:nvPr/>
        </p:nvCxnSpPr>
        <p:spPr>
          <a:xfrm flipV="1">
            <a:off x="12764137" y="3225493"/>
            <a:ext cx="39735" cy="1958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/>
          <p:cNvCxnSpPr/>
          <p:nvPr/>
        </p:nvCxnSpPr>
        <p:spPr>
          <a:xfrm>
            <a:off x="12803872" y="3225493"/>
            <a:ext cx="43778" cy="4724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/>
          <p:cNvCxnSpPr/>
          <p:nvPr/>
        </p:nvCxnSpPr>
        <p:spPr>
          <a:xfrm flipV="1">
            <a:off x="12847650" y="3230077"/>
            <a:ext cx="45287" cy="4265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연결선 246"/>
          <p:cNvCxnSpPr/>
          <p:nvPr/>
        </p:nvCxnSpPr>
        <p:spPr>
          <a:xfrm flipV="1">
            <a:off x="12892937" y="3213515"/>
            <a:ext cx="10446" cy="1656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/>
          <p:cNvCxnSpPr/>
          <p:nvPr/>
        </p:nvCxnSpPr>
        <p:spPr>
          <a:xfrm>
            <a:off x="12976006" y="3172802"/>
            <a:ext cx="5997" cy="143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직선 연결선 248"/>
          <p:cNvCxnSpPr/>
          <p:nvPr/>
        </p:nvCxnSpPr>
        <p:spPr>
          <a:xfrm>
            <a:off x="12982003" y="3174234"/>
            <a:ext cx="42269" cy="3960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/>
          <p:cNvCxnSpPr/>
          <p:nvPr/>
        </p:nvCxnSpPr>
        <p:spPr>
          <a:xfrm>
            <a:off x="13024272" y="3213836"/>
            <a:ext cx="42267" cy="5545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직선 연결선 250"/>
          <p:cNvCxnSpPr/>
          <p:nvPr/>
        </p:nvCxnSpPr>
        <p:spPr>
          <a:xfrm flipV="1">
            <a:off x="13066539" y="3215957"/>
            <a:ext cx="19185" cy="5333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/>
          <p:cNvCxnSpPr/>
          <p:nvPr/>
        </p:nvCxnSpPr>
        <p:spPr>
          <a:xfrm flipV="1">
            <a:off x="13126949" y="3083101"/>
            <a:ext cx="28656" cy="4080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직선 연결선 252"/>
          <p:cNvCxnSpPr/>
          <p:nvPr/>
        </p:nvCxnSpPr>
        <p:spPr>
          <a:xfrm flipV="1">
            <a:off x="13155605" y="2985193"/>
            <a:ext cx="43777" cy="9790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직선 연결선 253"/>
          <p:cNvCxnSpPr/>
          <p:nvPr/>
        </p:nvCxnSpPr>
        <p:spPr>
          <a:xfrm flipV="1">
            <a:off x="13199382" y="2959330"/>
            <a:ext cx="21123" cy="2586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연결선 254"/>
          <p:cNvCxnSpPr/>
          <p:nvPr/>
        </p:nvCxnSpPr>
        <p:spPr>
          <a:xfrm flipV="1">
            <a:off x="13280808" y="2864390"/>
            <a:ext cx="9150" cy="1327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/>
          <p:cNvCxnSpPr/>
          <p:nvPr/>
        </p:nvCxnSpPr>
        <p:spPr>
          <a:xfrm flipV="1">
            <a:off x="13289958" y="2862165"/>
            <a:ext cx="42269" cy="222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/>
          <p:cNvCxnSpPr/>
          <p:nvPr/>
        </p:nvCxnSpPr>
        <p:spPr>
          <a:xfrm flipV="1">
            <a:off x="13332227" y="2815868"/>
            <a:ext cx="43777" cy="4629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/>
          <p:cNvCxnSpPr/>
          <p:nvPr/>
        </p:nvCxnSpPr>
        <p:spPr>
          <a:xfrm flipV="1">
            <a:off x="13376004" y="2753969"/>
            <a:ext cx="28953" cy="6189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/>
          <p:cNvCxnSpPr/>
          <p:nvPr/>
        </p:nvCxnSpPr>
        <p:spPr>
          <a:xfrm>
            <a:off x="13483895" y="2717583"/>
            <a:ext cx="21933" cy="715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/>
          <p:cNvCxnSpPr/>
          <p:nvPr/>
        </p:nvCxnSpPr>
        <p:spPr>
          <a:xfrm flipV="1">
            <a:off x="13505828" y="2679300"/>
            <a:ext cx="46797" cy="4544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/>
          <p:cNvCxnSpPr/>
          <p:nvPr/>
        </p:nvCxnSpPr>
        <p:spPr>
          <a:xfrm flipV="1">
            <a:off x="13552625" y="2584464"/>
            <a:ext cx="38091" cy="9483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/>
          <p:cNvCxnSpPr/>
          <p:nvPr/>
        </p:nvCxnSpPr>
        <p:spPr>
          <a:xfrm flipV="1">
            <a:off x="13651266" y="2431530"/>
            <a:ext cx="29674" cy="9681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/>
          <p:cNvCxnSpPr/>
          <p:nvPr/>
        </p:nvCxnSpPr>
        <p:spPr>
          <a:xfrm flipV="1">
            <a:off x="13680940" y="2421988"/>
            <a:ext cx="46797" cy="954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/>
          <p:cNvCxnSpPr/>
          <p:nvPr/>
        </p:nvCxnSpPr>
        <p:spPr>
          <a:xfrm flipV="1">
            <a:off x="13727737" y="2389621"/>
            <a:ext cx="25944" cy="3236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/>
          <p:cNvCxnSpPr/>
          <p:nvPr/>
        </p:nvCxnSpPr>
        <p:spPr>
          <a:xfrm>
            <a:off x="13807540" y="2419544"/>
            <a:ext cx="10772" cy="1977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/>
          <p:cNvCxnSpPr/>
          <p:nvPr/>
        </p:nvCxnSpPr>
        <p:spPr>
          <a:xfrm>
            <a:off x="13818312" y="2439321"/>
            <a:ext cx="42268" cy="12039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/>
          <p:cNvCxnSpPr/>
          <p:nvPr/>
        </p:nvCxnSpPr>
        <p:spPr>
          <a:xfrm flipV="1">
            <a:off x="13860580" y="2521536"/>
            <a:ext cx="13162" cy="3817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/>
          <p:cNvCxnSpPr/>
          <p:nvPr/>
        </p:nvCxnSpPr>
        <p:spPr>
          <a:xfrm>
            <a:off x="13911675" y="2435043"/>
            <a:ext cx="36461" cy="1148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/>
          <p:cNvCxnSpPr/>
          <p:nvPr/>
        </p:nvCxnSpPr>
        <p:spPr>
          <a:xfrm flipV="1">
            <a:off x="13948136" y="2329081"/>
            <a:ext cx="48307" cy="11745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/>
          <p:cNvCxnSpPr/>
          <p:nvPr/>
        </p:nvCxnSpPr>
        <p:spPr>
          <a:xfrm flipV="1">
            <a:off x="13996443" y="2308278"/>
            <a:ext cx="14356" cy="2080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/>
          <p:cNvCxnSpPr/>
          <p:nvPr/>
        </p:nvCxnSpPr>
        <p:spPr>
          <a:xfrm flipV="1">
            <a:off x="14068281" y="2203681"/>
            <a:ext cx="14208" cy="2082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/>
          <p:cNvCxnSpPr/>
          <p:nvPr/>
        </p:nvCxnSpPr>
        <p:spPr>
          <a:xfrm flipV="1">
            <a:off x="14082489" y="2069681"/>
            <a:ext cx="42269" cy="13400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/>
          <p:cNvCxnSpPr/>
          <p:nvPr/>
        </p:nvCxnSpPr>
        <p:spPr>
          <a:xfrm flipV="1">
            <a:off x="14124758" y="2047758"/>
            <a:ext cx="11559" cy="2192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/>
          <p:cNvCxnSpPr/>
          <p:nvPr/>
        </p:nvCxnSpPr>
        <p:spPr>
          <a:xfrm flipV="1">
            <a:off x="14182556" y="1898715"/>
            <a:ext cx="28248" cy="5859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/>
          <p:cNvCxnSpPr/>
          <p:nvPr/>
        </p:nvCxnSpPr>
        <p:spPr>
          <a:xfrm>
            <a:off x="14210804" y="1898715"/>
            <a:ext cx="45287" cy="1575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/>
          <p:cNvCxnSpPr/>
          <p:nvPr/>
        </p:nvCxnSpPr>
        <p:spPr>
          <a:xfrm flipV="1">
            <a:off x="14256091" y="1846533"/>
            <a:ext cx="37299" cy="6794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14328989" y="1906821"/>
            <a:ext cx="58437" cy="17371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/>
          <p:cNvCxnSpPr/>
          <p:nvPr/>
        </p:nvCxnSpPr>
        <p:spPr>
          <a:xfrm flipV="1">
            <a:off x="14387426" y="2073457"/>
            <a:ext cx="1448" cy="707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 flipV="1">
            <a:off x="14409245" y="1851872"/>
            <a:ext cx="24978" cy="12204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 flipV="1">
            <a:off x="14434223" y="1789900"/>
            <a:ext cx="22474" cy="6197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직선 연결선 280"/>
          <p:cNvCxnSpPr/>
          <p:nvPr/>
        </p:nvCxnSpPr>
        <p:spPr>
          <a:xfrm flipV="1">
            <a:off x="1498600" y="4998400"/>
            <a:ext cx="43778" cy="1556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 flipV="1">
            <a:off x="1542378" y="4990770"/>
            <a:ext cx="48307" cy="763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 flipV="1">
            <a:off x="1590685" y="4966516"/>
            <a:ext cx="43777" cy="2425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 flipV="1">
            <a:off x="1634462" y="4952993"/>
            <a:ext cx="43778" cy="1352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/>
          <p:nvPr/>
        </p:nvCxnSpPr>
        <p:spPr>
          <a:xfrm>
            <a:off x="1678240" y="4952993"/>
            <a:ext cx="42269" cy="2392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 flipV="1">
            <a:off x="1720509" y="4975574"/>
            <a:ext cx="43778" cy="134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 flipV="1">
            <a:off x="1764287" y="4950737"/>
            <a:ext cx="43778" cy="2483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1808065" y="4950737"/>
            <a:ext cx="46797" cy="638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1854862" y="4957119"/>
            <a:ext cx="42268" cy="96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 flipV="1">
            <a:off x="1897130" y="4926402"/>
            <a:ext cx="43778" cy="3167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직선 연결선 290"/>
          <p:cNvCxnSpPr/>
          <p:nvPr/>
        </p:nvCxnSpPr>
        <p:spPr>
          <a:xfrm>
            <a:off x="1940908" y="4926402"/>
            <a:ext cx="42268" cy="176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직선 연결선 291"/>
          <p:cNvCxnSpPr/>
          <p:nvPr/>
        </p:nvCxnSpPr>
        <p:spPr>
          <a:xfrm flipV="1">
            <a:off x="1983176" y="4886055"/>
            <a:ext cx="42269" cy="4210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직선 연결선 292"/>
          <p:cNvCxnSpPr/>
          <p:nvPr/>
        </p:nvCxnSpPr>
        <p:spPr>
          <a:xfrm flipV="1">
            <a:off x="2025445" y="4871110"/>
            <a:ext cx="42268" cy="1494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/>
          <p:cNvCxnSpPr/>
          <p:nvPr/>
        </p:nvCxnSpPr>
        <p:spPr>
          <a:xfrm flipV="1">
            <a:off x="2067713" y="4837144"/>
            <a:ext cx="43778" cy="3396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연결선 294"/>
          <p:cNvCxnSpPr/>
          <p:nvPr/>
        </p:nvCxnSpPr>
        <p:spPr>
          <a:xfrm flipV="1">
            <a:off x="2111491" y="4814731"/>
            <a:ext cx="49816" cy="2241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직선 연결선 295"/>
          <p:cNvCxnSpPr/>
          <p:nvPr/>
        </p:nvCxnSpPr>
        <p:spPr>
          <a:xfrm>
            <a:off x="2161307" y="4814731"/>
            <a:ext cx="43778" cy="17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직선 연결선 296"/>
          <p:cNvCxnSpPr/>
          <p:nvPr/>
        </p:nvCxnSpPr>
        <p:spPr>
          <a:xfrm>
            <a:off x="2205085" y="4814902"/>
            <a:ext cx="42269" cy="807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직선 연결선 297"/>
          <p:cNvCxnSpPr/>
          <p:nvPr/>
        </p:nvCxnSpPr>
        <p:spPr>
          <a:xfrm>
            <a:off x="2247354" y="4822978"/>
            <a:ext cx="43777" cy="4185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직선 연결선 298"/>
          <p:cNvCxnSpPr/>
          <p:nvPr/>
        </p:nvCxnSpPr>
        <p:spPr>
          <a:xfrm>
            <a:off x="2291131" y="4864837"/>
            <a:ext cx="42269" cy="1961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직선 연결선 299"/>
          <p:cNvCxnSpPr/>
          <p:nvPr/>
        </p:nvCxnSpPr>
        <p:spPr>
          <a:xfrm flipV="1">
            <a:off x="2333400" y="4870631"/>
            <a:ext cx="45287" cy="1381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직선 연결선 300"/>
          <p:cNvCxnSpPr/>
          <p:nvPr/>
        </p:nvCxnSpPr>
        <p:spPr>
          <a:xfrm flipV="1">
            <a:off x="2378687" y="4863594"/>
            <a:ext cx="46797" cy="703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직선 연결선 301"/>
          <p:cNvCxnSpPr/>
          <p:nvPr/>
        </p:nvCxnSpPr>
        <p:spPr>
          <a:xfrm>
            <a:off x="2425484" y="4863594"/>
            <a:ext cx="42269" cy="714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직선 연결선 302"/>
          <p:cNvCxnSpPr/>
          <p:nvPr/>
        </p:nvCxnSpPr>
        <p:spPr>
          <a:xfrm flipV="1">
            <a:off x="2467753" y="4864714"/>
            <a:ext cx="43778" cy="602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/>
          <p:cNvCxnSpPr/>
          <p:nvPr/>
        </p:nvCxnSpPr>
        <p:spPr>
          <a:xfrm flipV="1">
            <a:off x="2511531" y="4830780"/>
            <a:ext cx="42268" cy="3393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직선 연결선 304"/>
          <p:cNvCxnSpPr/>
          <p:nvPr/>
        </p:nvCxnSpPr>
        <p:spPr>
          <a:xfrm>
            <a:off x="2553799" y="4830780"/>
            <a:ext cx="42268" cy="1429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직선 연결선 305"/>
          <p:cNvCxnSpPr/>
          <p:nvPr/>
        </p:nvCxnSpPr>
        <p:spPr>
          <a:xfrm>
            <a:off x="2596067" y="4845071"/>
            <a:ext cx="43778" cy="1505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/>
          <p:cNvCxnSpPr/>
          <p:nvPr/>
        </p:nvCxnSpPr>
        <p:spPr>
          <a:xfrm flipV="1">
            <a:off x="2639845" y="4855538"/>
            <a:ext cx="43778" cy="459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직선 연결선 307"/>
          <p:cNvCxnSpPr/>
          <p:nvPr/>
        </p:nvCxnSpPr>
        <p:spPr>
          <a:xfrm flipV="1">
            <a:off x="2683623" y="4846653"/>
            <a:ext cx="43778" cy="888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직선 연결선 308"/>
          <p:cNvCxnSpPr/>
          <p:nvPr/>
        </p:nvCxnSpPr>
        <p:spPr>
          <a:xfrm flipV="1">
            <a:off x="2727401" y="4843218"/>
            <a:ext cx="46797" cy="343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/>
          <p:cNvCxnSpPr/>
          <p:nvPr/>
        </p:nvCxnSpPr>
        <p:spPr>
          <a:xfrm>
            <a:off x="2774198" y="4843218"/>
            <a:ext cx="43778" cy="1540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직선 연결선 310"/>
          <p:cNvCxnSpPr/>
          <p:nvPr/>
        </p:nvCxnSpPr>
        <p:spPr>
          <a:xfrm>
            <a:off x="2817976" y="4858625"/>
            <a:ext cx="42268" cy="1386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연결선 311"/>
          <p:cNvCxnSpPr/>
          <p:nvPr/>
        </p:nvCxnSpPr>
        <p:spPr>
          <a:xfrm flipV="1">
            <a:off x="2860244" y="4861575"/>
            <a:ext cx="43778" cy="1091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직선 연결선 312"/>
          <p:cNvCxnSpPr/>
          <p:nvPr/>
        </p:nvCxnSpPr>
        <p:spPr>
          <a:xfrm flipV="1">
            <a:off x="2904022" y="4841332"/>
            <a:ext cx="42269" cy="2024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직선 연결선 313"/>
          <p:cNvCxnSpPr/>
          <p:nvPr/>
        </p:nvCxnSpPr>
        <p:spPr>
          <a:xfrm flipV="1">
            <a:off x="2946291" y="4821482"/>
            <a:ext cx="43778" cy="1985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연결선 314"/>
          <p:cNvCxnSpPr/>
          <p:nvPr/>
        </p:nvCxnSpPr>
        <p:spPr>
          <a:xfrm>
            <a:off x="2990069" y="4821482"/>
            <a:ext cx="42268" cy="71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직선 연결선 315"/>
          <p:cNvCxnSpPr/>
          <p:nvPr/>
        </p:nvCxnSpPr>
        <p:spPr>
          <a:xfrm flipV="1">
            <a:off x="3032337" y="4812465"/>
            <a:ext cx="43778" cy="973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직선 연결선 316"/>
          <p:cNvCxnSpPr/>
          <p:nvPr/>
        </p:nvCxnSpPr>
        <p:spPr>
          <a:xfrm>
            <a:off x="3076115" y="4812465"/>
            <a:ext cx="42268" cy="280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직선 연결선 317"/>
          <p:cNvCxnSpPr/>
          <p:nvPr/>
        </p:nvCxnSpPr>
        <p:spPr>
          <a:xfrm flipV="1">
            <a:off x="3118383" y="4802791"/>
            <a:ext cx="42269" cy="1248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직선 연결선 318"/>
          <p:cNvCxnSpPr/>
          <p:nvPr/>
        </p:nvCxnSpPr>
        <p:spPr>
          <a:xfrm flipV="1">
            <a:off x="3160652" y="4801102"/>
            <a:ext cx="46797" cy="168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직선 연결선 319"/>
          <p:cNvCxnSpPr/>
          <p:nvPr/>
        </p:nvCxnSpPr>
        <p:spPr>
          <a:xfrm flipV="1">
            <a:off x="3207449" y="4782009"/>
            <a:ext cx="46797" cy="1909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직선 연결선 320"/>
          <p:cNvCxnSpPr/>
          <p:nvPr/>
        </p:nvCxnSpPr>
        <p:spPr>
          <a:xfrm flipV="1">
            <a:off x="3254246" y="4771141"/>
            <a:ext cx="42268" cy="1086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직선 연결선 321"/>
          <p:cNvCxnSpPr/>
          <p:nvPr/>
        </p:nvCxnSpPr>
        <p:spPr>
          <a:xfrm flipV="1">
            <a:off x="3296514" y="4753182"/>
            <a:ext cx="43778" cy="1795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직선 연결선 322"/>
          <p:cNvCxnSpPr/>
          <p:nvPr/>
        </p:nvCxnSpPr>
        <p:spPr>
          <a:xfrm flipV="1">
            <a:off x="3340292" y="4752304"/>
            <a:ext cx="46797" cy="87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직선 연결선 323"/>
          <p:cNvCxnSpPr/>
          <p:nvPr/>
        </p:nvCxnSpPr>
        <p:spPr>
          <a:xfrm>
            <a:off x="3387089" y="4752304"/>
            <a:ext cx="42268" cy="142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직선 연결선 324"/>
          <p:cNvCxnSpPr/>
          <p:nvPr/>
        </p:nvCxnSpPr>
        <p:spPr>
          <a:xfrm>
            <a:off x="3429357" y="4753729"/>
            <a:ext cx="43778" cy="7356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직선 연결선 325"/>
          <p:cNvCxnSpPr/>
          <p:nvPr/>
        </p:nvCxnSpPr>
        <p:spPr>
          <a:xfrm flipV="1">
            <a:off x="3473135" y="4808491"/>
            <a:ext cx="43778" cy="1880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V="1">
            <a:off x="3516913" y="4799126"/>
            <a:ext cx="42269" cy="936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3559182" y="4787020"/>
            <a:ext cx="43778" cy="1210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직선 연결선 328"/>
          <p:cNvCxnSpPr/>
          <p:nvPr/>
        </p:nvCxnSpPr>
        <p:spPr>
          <a:xfrm flipV="1">
            <a:off x="3602960" y="4783858"/>
            <a:ext cx="42268" cy="316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직선 연결선 329"/>
          <p:cNvCxnSpPr/>
          <p:nvPr/>
        </p:nvCxnSpPr>
        <p:spPr>
          <a:xfrm flipV="1">
            <a:off x="3645228" y="4769113"/>
            <a:ext cx="42268" cy="1474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직선 연결선 330"/>
          <p:cNvCxnSpPr/>
          <p:nvPr/>
        </p:nvCxnSpPr>
        <p:spPr>
          <a:xfrm flipV="1">
            <a:off x="3687496" y="4750871"/>
            <a:ext cx="43778" cy="1824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직선 연결선 331"/>
          <p:cNvCxnSpPr/>
          <p:nvPr/>
        </p:nvCxnSpPr>
        <p:spPr>
          <a:xfrm flipV="1">
            <a:off x="3731274" y="4725460"/>
            <a:ext cx="49817" cy="2541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직선 연결선 332"/>
          <p:cNvCxnSpPr/>
          <p:nvPr/>
        </p:nvCxnSpPr>
        <p:spPr>
          <a:xfrm flipV="1">
            <a:off x="3781091" y="4693982"/>
            <a:ext cx="43777" cy="3147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직선 연결선 333"/>
          <p:cNvCxnSpPr/>
          <p:nvPr/>
        </p:nvCxnSpPr>
        <p:spPr>
          <a:xfrm flipV="1">
            <a:off x="3824868" y="4687290"/>
            <a:ext cx="43778" cy="669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직선 연결선 334"/>
          <p:cNvCxnSpPr/>
          <p:nvPr/>
        </p:nvCxnSpPr>
        <p:spPr>
          <a:xfrm flipV="1">
            <a:off x="3868646" y="4661995"/>
            <a:ext cx="42269" cy="2529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직선 연결선 335"/>
          <p:cNvCxnSpPr/>
          <p:nvPr/>
        </p:nvCxnSpPr>
        <p:spPr>
          <a:xfrm flipV="1">
            <a:off x="3910915" y="4623346"/>
            <a:ext cx="46797" cy="3864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직선 연결선 336"/>
          <p:cNvCxnSpPr/>
          <p:nvPr/>
        </p:nvCxnSpPr>
        <p:spPr>
          <a:xfrm flipV="1">
            <a:off x="3957712" y="4605610"/>
            <a:ext cx="43777" cy="1773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직선 연결선 337"/>
          <p:cNvCxnSpPr/>
          <p:nvPr/>
        </p:nvCxnSpPr>
        <p:spPr>
          <a:xfrm>
            <a:off x="4001489" y="4605610"/>
            <a:ext cx="42269" cy="718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직선 연결선 338"/>
          <p:cNvCxnSpPr/>
          <p:nvPr/>
        </p:nvCxnSpPr>
        <p:spPr>
          <a:xfrm flipV="1">
            <a:off x="4043758" y="4591656"/>
            <a:ext cx="43778" cy="2114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직선 연결선 339"/>
          <p:cNvCxnSpPr/>
          <p:nvPr/>
        </p:nvCxnSpPr>
        <p:spPr>
          <a:xfrm>
            <a:off x="4087536" y="4591656"/>
            <a:ext cx="42268" cy="20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직선 연결선 340"/>
          <p:cNvCxnSpPr/>
          <p:nvPr/>
        </p:nvCxnSpPr>
        <p:spPr>
          <a:xfrm flipV="1">
            <a:off x="4129804" y="4570188"/>
            <a:ext cx="43778" cy="2167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직선 연결선 341"/>
          <p:cNvCxnSpPr/>
          <p:nvPr/>
        </p:nvCxnSpPr>
        <p:spPr>
          <a:xfrm flipV="1">
            <a:off x="4173582" y="4537981"/>
            <a:ext cx="42268" cy="3220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/>
          <p:cNvCxnSpPr/>
          <p:nvPr/>
        </p:nvCxnSpPr>
        <p:spPr>
          <a:xfrm>
            <a:off x="4215850" y="4537981"/>
            <a:ext cx="42269" cy="317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직선 연결선 343"/>
          <p:cNvCxnSpPr/>
          <p:nvPr/>
        </p:nvCxnSpPr>
        <p:spPr>
          <a:xfrm flipV="1">
            <a:off x="4258119" y="4529807"/>
            <a:ext cx="43778" cy="1135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직선 연결선 344"/>
          <p:cNvCxnSpPr/>
          <p:nvPr/>
        </p:nvCxnSpPr>
        <p:spPr>
          <a:xfrm flipV="1">
            <a:off x="4301897" y="4508031"/>
            <a:ext cx="48306" cy="2177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/>
          <p:cNvCxnSpPr/>
          <p:nvPr/>
        </p:nvCxnSpPr>
        <p:spPr>
          <a:xfrm>
            <a:off x="4350203" y="4508031"/>
            <a:ext cx="43778" cy="2651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직선 연결선 346"/>
          <p:cNvCxnSpPr/>
          <p:nvPr/>
        </p:nvCxnSpPr>
        <p:spPr>
          <a:xfrm flipV="1">
            <a:off x="4393981" y="4472276"/>
            <a:ext cx="43778" cy="6227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직선 연결선 347"/>
          <p:cNvCxnSpPr/>
          <p:nvPr/>
        </p:nvCxnSpPr>
        <p:spPr>
          <a:xfrm>
            <a:off x="4437759" y="4472276"/>
            <a:ext cx="43778" cy="3049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직선 연결선 348"/>
          <p:cNvCxnSpPr/>
          <p:nvPr/>
        </p:nvCxnSpPr>
        <p:spPr>
          <a:xfrm flipV="1">
            <a:off x="4481537" y="4431891"/>
            <a:ext cx="42269" cy="7087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직선 연결선 349"/>
          <p:cNvCxnSpPr/>
          <p:nvPr/>
        </p:nvCxnSpPr>
        <p:spPr>
          <a:xfrm flipV="1">
            <a:off x="4523806" y="4430199"/>
            <a:ext cx="46797" cy="169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직선 연결선 350"/>
          <p:cNvCxnSpPr/>
          <p:nvPr/>
        </p:nvCxnSpPr>
        <p:spPr>
          <a:xfrm>
            <a:off x="4570603" y="4430199"/>
            <a:ext cx="43778" cy="514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직선 연결선 351"/>
          <p:cNvCxnSpPr/>
          <p:nvPr/>
        </p:nvCxnSpPr>
        <p:spPr>
          <a:xfrm>
            <a:off x="4614381" y="4435340"/>
            <a:ext cx="42268" cy="4762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직선 연결선 352"/>
          <p:cNvCxnSpPr/>
          <p:nvPr/>
        </p:nvCxnSpPr>
        <p:spPr>
          <a:xfrm flipV="1">
            <a:off x="4656649" y="4421968"/>
            <a:ext cx="43778" cy="6100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직선 연결선 353"/>
          <p:cNvCxnSpPr/>
          <p:nvPr/>
        </p:nvCxnSpPr>
        <p:spPr>
          <a:xfrm>
            <a:off x="4700427" y="4421968"/>
            <a:ext cx="42268" cy="1747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직선 연결선 354"/>
          <p:cNvCxnSpPr/>
          <p:nvPr/>
        </p:nvCxnSpPr>
        <p:spPr>
          <a:xfrm>
            <a:off x="4742695" y="4439443"/>
            <a:ext cx="42268" cy="7901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직선 연결선 355"/>
          <p:cNvCxnSpPr/>
          <p:nvPr/>
        </p:nvCxnSpPr>
        <p:spPr>
          <a:xfrm>
            <a:off x="4784963" y="4518455"/>
            <a:ext cx="42269" cy="1589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직선 연결선 356"/>
          <p:cNvCxnSpPr/>
          <p:nvPr/>
        </p:nvCxnSpPr>
        <p:spPr>
          <a:xfrm>
            <a:off x="4827232" y="4534352"/>
            <a:ext cx="45287" cy="6125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직선 연결선 357"/>
          <p:cNvCxnSpPr/>
          <p:nvPr/>
        </p:nvCxnSpPr>
        <p:spPr>
          <a:xfrm>
            <a:off x="4872519" y="4595602"/>
            <a:ext cx="48307" cy="449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직선 연결선 358"/>
          <p:cNvCxnSpPr/>
          <p:nvPr/>
        </p:nvCxnSpPr>
        <p:spPr>
          <a:xfrm flipV="1">
            <a:off x="4920826" y="4590031"/>
            <a:ext cx="43778" cy="1006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직선 연결선 359"/>
          <p:cNvCxnSpPr/>
          <p:nvPr/>
        </p:nvCxnSpPr>
        <p:spPr>
          <a:xfrm>
            <a:off x="4964604" y="4590031"/>
            <a:ext cx="42268" cy="7137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직선 연결선 360"/>
          <p:cNvCxnSpPr/>
          <p:nvPr/>
        </p:nvCxnSpPr>
        <p:spPr>
          <a:xfrm>
            <a:off x="5006872" y="4661405"/>
            <a:ext cx="43778" cy="824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직선 연결선 361"/>
          <p:cNvCxnSpPr/>
          <p:nvPr/>
        </p:nvCxnSpPr>
        <p:spPr>
          <a:xfrm>
            <a:off x="5050650" y="4669654"/>
            <a:ext cx="42269" cy="1552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직선 연결선 362"/>
          <p:cNvCxnSpPr/>
          <p:nvPr/>
        </p:nvCxnSpPr>
        <p:spPr>
          <a:xfrm flipV="1">
            <a:off x="5092919" y="4675728"/>
            <a:ext cx="43778" cy="945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직선 연결선 363"/>
          <p:cNvCxnSpPr/>
          <p:nvPr/>
        </p:nvCxnSpPr>
        <p:spPr>
          <a:xfrm flipV="1">
            <a:off x="5136697" y="4657375"/>
            <a:ext cx="46797" cy="1835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직선 연결선 364"/>
          <p:cNvCxnSpPr/>
          <p:nvPr/>
        </p:nvCxnSpPr>
        <p:spPr>
          <a:xfrm flipV="1">
            <a:off x="5183494" y="4653749"/>
            <a:ext cx="42268" cy="362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직선 연결선 365"/>
          <p:cNvCxnSpPr/>
          <p:nvPr/>
        </p:nvCxnSpPr>
        <p:spPr>
          <a:xfrm flipV="1">
            <a:off x="5225762" y="4621048"/>
            <a:ext cx="43778" cy="3270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직선 연결선 366"/>
          <p:cNvCxnSpPr/>
          <p:nvPr/>
        </p:nvCxnSpPr>
        <p:spPr>
          <a:xfrm>
            <a:off x="5269540" y="4621048"/>
            <a:ext cx="42268" cy="543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직선 연결선 367"/>
          <p:cNvCxnSpPr/>
          <p:nvPr/>
        </p:nvCxnSpPr>
        <p:spPr>
          <a:xfrm flipV="1">
            <a:off x="5311808" y="4617801"/>
            <a:ext cx="42269" cy="868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연결선 368"/>
          <p:cNvCxnSpPr/>
          <p:nvPr/>
        </p:nvCxnSpPr>
        <p:spPr>
          <a:xfrm flipV="1">
            <a:off x="5354077" y="4614377"/>
            <a:ext cx="43778" cy="342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/>
          <p:cNvCxnSpPr/>
          <p:nvPr/>
        </p:nvCxnSpPr>
        <p:spPr>
          <a:xfrm flipV="1">
            <a:off x="5397855" y="4613330"/>
            <a:ext cx="45287" cy="104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/>
          <p:cNvCxnSpPr/>
          <p:nvPr/>
        </p:nvCxnSpPr>
        <p:spPr>
          <a:xfrm>
            <a:off x="5443142" y="4613330"/>
            <a:ext cx="46797" cy="117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/>
          <p:cNvCxnSpPr/>
          <p:nvPr/>
        </p:nvCxnSpPr>
        <p:spPr>
          <a:xfrm flipV="1">
            <a:off x="5489939" y="4597402"/>
            <a:ext cx="43778" cy="1710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/>
          <p:cNvCxnSpPr/>
          <p:nvPr/>
        </p:nvCxnSpPr>
        <p:spPr>
          <a:xfrm flipV="1">
            <a:off x="5533717" y="4594251"/>
            <a:ext cx="43778" cy="315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/>
          <p:cNvCxnSpPr/>
          <p:nvPr/>
        </p:nvCxnSpPr>
        <p:spPr>
          <a:xfrm>
            <a:off x="5577495" y="4594251"/>
            <a:ext cx="42268" cy="1906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/>
          <p:cNvCxnSpPr/>
          <p:nvPr/>
        </p:nvCxnSpPr>
        <p:spPr>
          <a:xfrm flipV="1">
            <a:off x="5619763" y="4585869"/>
            <a:ext cx="43778" cy="2745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/>
          <p:cNvCxnSpPr/>
          <p:nvPr/>
        </p:nvCxnSpPr>
        <p:spPr>
          <a:xfrm>
            <a:off x="5663541" y="4585869"/>
            <a:ext cx="42268" cy="213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/>
          <p:cNvCxnSpPr/>
          <p:nvPr/>
        </p:nvCxnSpPr>
        <p:spPr>
          <a:xfrm flipV="1">
            <a:off x="5705809" y="4585149"/>
            <a:ext cx="43778" cy="285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/>
          <p:cNvCxnSpPr/>
          <p:nvPr/>
        </p:nvCxnSpPr>
        <p:spPr>
          <a:xfrm flipV="1">
            <a:off x="5749587" y="4568224"/>
            <a:ext cx="42269" cy="1692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/>
          <p:cNvCxnSpPr/>
          <p:nvPr/>
        </p:nvCxnSpPr>
        <p:spPr>
          <a:xfrm flipV="1">
            <a:off x="5791856" y="4560738"/>
            <a:ext cx="46797" cy="748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/>
          <p:cNvCxnSpPr/>
          <p:nvPr/>
        </p:nvCxnSpPr>
        <p:spPr>
          <a:xfrm flipV="1">
            <a:off x="5838653" y="4558270"/>
            <a:ext cx="42268" cy="246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/>
          <p:cNvCxnSpPr/>
          <p:nvPr/>
        </p:nvCxnSpPr>
        <p:spPr>
          <a:xfrm flipV="1">
            <a:off x="5880921" y="4545311"/>
            <a:ext cx="42269" cy="1295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/>
          <p:cNvCxnSpPr/>
          <p:nvPr/>
        </p:nvCxnSpPr>
        <p:spPr>
          <a:xfrm flipV="1">
            <a:off x="5923190" y="4522366"/>
            <a:ext cx="43778" cy="2294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/>
          <p:cNvCxnSpPr/>
          <p:nvPr/>
        </p:nvCxnSpPr>
        <p:spPr>
          <a:xfrm>
            <a:off x="5966968" y="4522366"/>
            <a:ext cx="45287" cy="2810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/>
          <p:cNvCxnSpPr/>
          <p:nvPr/>
        </p:nvCxnSpPr>
        <p:spPr>
          <a:xfrm flipV="1">
            <a:off x="6012255" y="4513495"/>
            <a:ext cx="42268" cy="3697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/>
          <p:cNvCxnSpPr/>
          <p:nvPr/>
        </p:nvCxnSpPr>
        <p:spPr>
          <a:xfrm flipV="1">
            <a:off x="6054523" y="4510724"/>
            <a:ext cx="43778" cy="277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/>
          <p:cNvCxnSpPr/>
          <p:nvPr/>
        </p:nvCxnSpPr>
        <p:spPr>
          <a:xfrm flipV="1">
            <a:off x="6098301" y="4499384"/>
            <a:ext cx="42269" cy="1134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/>
          <p:cNvCxnSpPr/>
          <p:nvPr/>
        </p:nvCxnSpPr>
        <p:spPr>
          <a:xfrm>
            <a:off x="6140570" y="4499384"/>
            <a:ext cx="46797" cy="212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/>
          <p:cNvCxnSpPr/>
          <p:nvPr/>
        </p:nvCxnSpPr>
        <p:spPr>
          <a:xfrm>
            <a:off x="6187367" y="4501507"/>
            <a:ext cx="43778" cy="1136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/>
          <p:cNvCxnSpPr/>
          <p:nvPr/>
        </p:nvCxnSpPr>
        <p:spPr>
          <a:xfrm flipV="1">
            <a:off x="6231145" y="4507011"/>
            <a:ext cx="43777" cy="585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/>
          <p:cNvCxnSpPr/>
          <p:nvPr/>
        </p:nvCxnSpPr>
        <p:spPr>
          <a:xfrm>
            <a:off x="6274922" y="4507011"/>
            <a:ext cx="42269" cy="5136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연결선 390"/>
          <p:cNvCxnSpPr/>
          <p:nvPr/>
        </p:nvCxnSpPr>
        <p:spPr>
          <a:xfrm flipV="1">
            <a:off x="6317191" y="4528775"/>
            <a:ext cx="43778" cy="2960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 391"/>
          <p:cNvCxnSpPr/>
          <p:nvPr/>
        </p:nvCxnSpPr>
        <p:spPr>
          <a:xfrm flipV="1">
            <a:off x="6360969" y="4525267"/>
            <a:ext cx="42268" cy="350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/>
          <p:cNvCxnSpPr/>
          <p:nvPr/>
        </p:nvCxnSpPr>
        <p:spPr>
          <a:xfrm flipV="1">
            <a:off x="6403237" y="4520775"/>
            <a:ext cx="42268" cy="449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직선 연결선 393"/>
          <p:cNvCxnSpPr/>
          <p:nvPr/>
        </p:nvCxnSpPr>
        <p:spPr>
          <a:xfrm>
            <a:off x="6445505" y="4520775"/>
            <a:ext cx="43778" cy="150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/>
          <p:cNvCxnSpPr/>
          <p:nvPr/>
        </p:nvCxnSpPr>
        <p:spPr>
          <a:xfrm flipV="1">
            <a:off x="6489283" y="4509861"/>
            <a:ext cx="48307" cy="1242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/>
          <p:cNvCxnSpPr/>
          <p:nvPr/>
        </p:nvCxnSpPr>
        <p:spPr>
          <a:xfrm>
            <a:off x="6537590" y="4509861"/>
            <a:ext cx="43778" cy="188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/>
          <p:cNvCxnSpPr/>
          <p:nvPr/>
        </p:nvCxnSpPr>
        <p:spPr>
          <a:xfrm flipV="1">
            <a:off x="6581368" y="4501710"/>
            <a:ext cx="43778" cy="1003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/>
          <p:cNvCxnSpPr/>
          <p:nvPr/>
        </p:nvCxnSpPr>
        <p:spPr>
          <a:xfrm>
            <a:off x="6625146" y="4501710"/>
            <a:ext cx="42268" cy="451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직선 연결선 398"/>
          <p:cNvCxnSpPr/>
          <p:nvPr/>
        </p:nvCxnSpPr>
        <p:spPr>
          <a:xfrm flipV="1">
            <a:off x="6667414" y="4494102"/>
            <a:ext cx="43778" cy="1212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/>
          <p:cNvCxnSpPr/>
          <p:nvPr/>
        </p:nvCxnSpPr>
        <p:spPr>
          <a:xfrm>
            <a:off x="6711192" y="4494102"/>
            <a:ext cx="42269" cy="224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직선 연결선 400"/>
          <p:cNvCxnSpPr/>
          <p:nvPr/>
        </p:nvCxnSpPr>
        <p:spPr>
          <a:xfrm>
            <a:off x="6753461" y="4496350"/>
            <a:ext cx="46797" cy="593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/>
          <p:cNvCxnSpPr/>
          <p:nvPr/>
        </p:nvCxnSpPr>
        <p:spPr>
          <a:xfrm flipV="1">
            <a:off x="6800258" y="4486058"/>
            <a:ext cx="43778" cy="1622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연결선 402"/>
          <p:cNvCxnSpPr/>
          <p:nvPr/>
        </p:nvCxnSpPr>
        <p:spPr>
          <a:xfrm flipV="1">
            <a:off x="6844036" y="4473500"/>
            <a:ext cx="42268" cy="1255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직선 연결선 403"/>
          <p:cNvCxnSpPr/>
          <p:nvPr/>
        </p:nvCxnSpPr>
        <p:spPr>
          <a:xfrm flipV="1">
            <a:off x="6886304" y="4458493"/>
            <a:ext cx="43778" cy="1500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연결선 404"/>
          <p:cNvCxnSpPr/>
          <p:nvPr/>
        </p:nvCxnSpPr>
        <p:spPr>
          <a:xfrm flipV="1">
            <a:off x="6930082" y="4455721"/>
            <a:ext cx="42268" cy="277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직선 연결선 405"/>
          <p:cNvCxnSpPr/>
          <p:nvPr/>
        </p:nvCxnSpPr>
        <p:spPr>
          <a:xfrm>
            <a:off x="6972350" y="4455721"/>
            <a:ext cx="45288" cy="3776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직선 연결선 406"/>
          <p:cNvCxnSpPr/>
          <p:nvPr/>
        </p:nvCxnSpPr>
        <p:spPr>
          <a:xfrm flipV="1">
            <a:off x="7017638" y="4485163"/>
            <a:ext cx="46797" cy="832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/>
          <p:cNvCxnSpPr/>
          <p:nvPr/>
        </p:nvCxnSpPr>
        <p:spPr>
          <a:xfrm flipV="1">
            <a:off x="7064435" y="4470521"/>
            <a:ext cx="45288" cy="1464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직선 연결선 408"/>
          <p:cNvCxnSpPr/>
          <p:nvPr/>
        </p:nvCxnSpPr>
        <p:spPr>
          <a:xfrm flipV="1">
            <a:off x="7109723" y="4435306"/>
            <a:ext cx="43778" cy="3521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직선 연결선 409"/>
          <p:cNvCxnSpPr/>
          <p:nvPr/>
        </p:nvCxnSpPr>
        <p:spPr>
          <a:xfrm flipV="1">
            <a:off x="7153501" y="4386787"/>
            <a:ext cx="43778" cy="4851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/>
          <p:cNvCxnSpPr/>
          <p:nvPr/>
        </p:nvCxnSpPr>
        <p:spPr>
          <a:xfrm flipV="1">
            <a:off x="7197279" y="4382737"/>
            <a:ext cx="46797" cy="405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직선 연결선 411"/>
          <p:cNvCxnSpPr/>
          <p:nvPr/>
        </p:nvCxnSpPr>
        <p:spPr>
          <a:xfrm flipV="1">
            <a:off x="7244076" y="4349925"/>
            <a:ext cx="42268" cy="3281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직선 연결선 412"/>
          <p:cNvCxnSpPr/>
          <p:nvPr/>
        </p:nvCxnSpPr>
        <p:spPr>
          <a:xfrm>
            <a:off x="7286344" y="4349925"/>
            <a:ext cx="43778" cy="2524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직선 연결선 413"/>
          <p:cNvCxnSpPr/>
          <p:nvPr/>
        </p:nvCxnSpPr>
        <p:spPr>
          <a:xfrm flipV="1">
            <a:off x="7330122" y="4359235"/>
            <a:ext cx="43778" cy="1593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직선 연결선 414"/>
          <p:cNvCxnSpPr/>
          <p:nvPr/>
        </p:nvCxnSpPr>
        <p:spPr>
          <a:xfrm flipV="1">
            <a:off x="7373900" y="4336791"/>
            <a:ext cx="42267" cy="2244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직선 연결선 415"/>
          <p:cNvCxnSpPr/>
          <p:nvPr/>
        </p:nvCxnSpPr>
        <p:spPr>
          <a:xfrm>
            <a:off x="7416167" y="4336791"/>
            <a:ext cx="43778" cy="3351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직선 연결선 416"/>
          <p:cNvCxnSpPr/>
          <p:nvPr/>
        </p:nvCxnSpPr>
        <p:spPr>
          <a:xfrm flipV="1">
            <a:off x="7459945" y="4359009"/>
            <a:ext cx="42269" cy="1129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직선 연결선 417"/>
          <p:cNvCxnSpPr/>
          <p:nvPr/>
        </p:nvCxnSpPr>
        <p:spPr>
          <a:xfrm flipV="1">
            <a:off x="7502214" y="4353487"/>
            <a:ext cx="42268" cy="552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직선 연결선 418"/>
          <p:cNvCxnSpPr/>
          <p:nvPr/>
        </p:nvCxnSpPr>
        <p:spPr>
          <a:xfrm flipV="1">
            <a:off x="7544482" y="4300350"/>
            <a:ext cx="43778" cy="5313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직선 연결선 419"/>
          <p:cNvCxnSpPr/>
          <p:nvPr/>
        </p:nvCxnSpPr>
        <p:spPr>
          <a:xfrm flipV="1">
            <a:off x="7588260" y="4285726"/>
            <a:ext cx="46797" cy="1462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직선 연결선 420"/>
          <p:cNvCxnSpPr/>
          <p:nvPr/>
        </p:nvCxnSpPr>
        <p:spPr>
          <a:xfrm flipV="1">
            <a:off x="7635057" y="4277972"/>
            <a:ext cx="45288" cy="775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직선 연결선 421"/>
          <p:cNvCxnSpPr/>
          <p:nvPr/>
        </p:nvCxnSpPr>
        <p:spPr>
          <a:xfrm flipV="1">
            <a:off x="7680345" y="4227948"/>
            <a:ext cx="43778" cy="5002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직선 연결선 422"/>
          <p:cNvCxnSpPr/>
          <p:nvPr/>
        </p:nvCxnSpPr>
        <p:spPr>
          <a:xfrm>
            <a:off x="7724123" y="4227948"/>
            <a:ext cx="42268" cy="2402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직선 연결선 423"/>
          <p:cNvCxnSpPr/>
          <p:nvPr/>
        </p:nvCxnSpPr>
        <p:spPr>
          <a:xfrm>
            <a:off x="7766391" y="4251975"/>
            <a:ext cx="43778" cy="3333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직선 연결선 424"/>
          <p:cNvCxnSpPr/>
          <p:nvPr/>
        </p:nvCxnSpPr>
        <p:spPr>
          <a:xfrm flipV="1">
            <a:off x="7810169" y="4284185"/>
            <a:ext cx="42269" cy="112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직선 연결선 425"/>
          <p:cNvCxnSpPr/>
          <p:nvPr/>
        </p:nvCxnSpPr>
        <p:spPr>
          <a:xfrm flipV="1">
            <a:off x="7852438" y="4265242"/>
            <a:ext cx="46797" cy="1894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직선 연결선 426"/>
          <p:cNvCxnSpPr/>
          <p:nvPr/>
        </p:nvCxnSpPr>
        <p:spPr>
          <a:xfrm flipV="1">
            <a:off x="7899235" y="4255643"/>
            <a:ext cx="43778" cy="959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직선 연결선 427"/>
          <p:cNvCxnSpPr/>
          <p:nvPr/>
        </p:nvCxnSpPr>
        <p:spPr>
          <a:xfrm flipV="1">
            <a:off x="7943013" y="4255057"/>
            <a:ext cx="42268" cy="58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/>
          <p:cNvCxnSpPr/>
          <p:nvPr/>
        </p:nvCxnSpPr>
        <p:spPr>
          <a:xfrm flipV="1">
            <a:off x="7985281" y="4243995"/>
            <a:ext cx="43778" cy="1106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직선 연결선 429"/>
          <p:cNvCxnSpPr/>
          <p:nvPr/>
        </p:nvCxnSpPr>
        <p:spPr>
          <a:xfrm flipV="1">
            <a:off x="8029059" y="4234399"/>
            <a:ext cx="42268" cy="959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직선 연결선 430"/>
          <p:cNvCxnSpPr/>
          <p:nvPr/>
        </p:nvCxnSpPr>
        <p:spPr>
          <a:xfrm flipV="1">
            <a:off x="8071327" y="4167801"/>
            <a:ext cx="42268" cy="6659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직선 연결선 431"/>
          <p:cNvCxnSpPr/>
          <p:nvPr/>
        </p:nvCxnSpPr>
        <p:spPr>
          <a:xfrm flipV="1">
            <a:off x="8113595" y="4130152"/>
            <a:ext cx="43778" cy="3764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직선 연결선 432"/>
          <p:cNvCxnSpPr/>
          <p:nvPr/>
        </p:nvCxnSpPr>
        <p:spPr>
          <a:xfrm flipV="1">
            <a:off x="8157373" y="4121877"/>
            <a:ext cx="48307" cy="827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직선 연결선 433"/>
          <p:cNvCxnSpPr/>
          <p:nvPr/>
        </p:nvCxnSpPr>
        <p:spPr>
          <a:xfrm flipV="1">
            <a:off x="8205680" y="4115860"/>
            <a:ext cx="43778" cy="601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직선 연결선 434"/>
          <p:cNvCxnSpPr/>
          <p:nvPr/>
        </p:nvCxnSpPr>
        <p:spPr>
          <a:xfrm flipV="1">
            <a:off x="8249458" y="4069161"/>
            <a:ext cx="43778" cy="4669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직선 연결선 435"/>
          <p:cNvCxnSpPr/>
          <p:nvPr/>
        </p:nvCxnSpPr>
        <p:spPr>
          <a:xfrm flipV="1">
            <a:off x="8293236" y="4055743"/>
            <a:ext cx="43778" cy="1341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직선 연결선 436"/>
          <p:cNvCxnSpPr/>
          <p:nvPr/>
        </p:nvCxnSpPr>
        <p:spPr>
          <a:xfrm>
            <a:off x="8337014" y="4055743"/>
            <a:ext cx="42268" cy="1352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직선 연결선 437"/>
          <p:cNvCxnSpPr/>
          <p:nvPr/>
        </p:nvCxnSpPr>
        <p:spPr>
          <a:xfrm flipV="1">
            <a:off x="8379282" y="4011643"/>
            <a:ext cx="43778" cy="5762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직선 연결선 438"/>
          <p:cNvCxnSpPr/>
          <p:nvPr/>
        </p:nvCxnSpPr>
        <p:spPr>
          <a:xfrm>
            <a:off x="8423060" y="4011643"/>
            <a:ext cx="46797" cy="2804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직선 연결선 439"/>
          <p:cNvCxnSpPr/>
          <p:nvPr/>
        </p:nvCxnSpPr>
        <p:spPr>
          <a:xfrm flipV="1">
            <a:off x="8469857" y="4000787"/>
            <a:ext cx="42268" cy="3890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직선 연결선 440"/>
          <p:cNvCxnSpPr/>
          <p:nvPr/>
        </p:nvCxnSpPr>
        <p:spPr>
          <a:xfrm>
            <a:off x="8512125" y="4000787"/>
            <a:ext cx="42269" cy="3039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직선 연결선 441"/>
          <p:cNvCxnSpPr/>
          <p:nvPr/>
        </p:nvCxnSpPr>
        <p:spPr>
          <a:xfrm>
            <a:off x="8554394" y="4031186"/>
            <a:ext cx="43778" cy="3049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직선 연결선 442"/>
          <p:cNvCxnSpPr/>
          <p:nvPr/>
        </p:nvCxnSpPr>
        <p:spPr>
          <a:xfrm>
            <a:off x="8598172" y="4061676"/>
            <a:ext cx="42268" cy="131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직선 연결선 443"/>
          <p:cNvCxnSpPr/>
          <p:nvPr/>
        </p:nvCxnSpPr>
        <p:spPr>
          <a:xfrm flipV="1">
            <a:off x="8640440" y="4016726"/>
            <a:ext cx="42269" cy="4626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직선 연결선 444"/>
          <p:cNvCxnSpPr/>
          <p:nvPr/>
        </p:nvCxnSpPr>
        <p:spPr>
          <a:xfrm flipV="1">
            <a:off x="8682709" y="4016535"/>
            <a:ext cx="43778" cy="19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직선 연결선 445"/>
          <p:cNvCxnSpPr/>
          <p:nvPr/>
        </p:nvCxnSpPr>
        <p:spPr>
          <a:xfrm>
            <a:off x="8726487" y="4016535"/>
            <a:ext cx="49815" cy="6786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직선 연결선 446"/>
          <p:cNvCxnSpPr/>
          <p:nvPr/>
        </p:nvCxnSpPr>
        <p:spPr>
          <a:xfrm flipV="1">
            <a:off x="8776302" y="4028343"/>
            <a:ext cx="43778" cy="5606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직선 연결선 447"/>
          <p:cNvCxnSpPr/>
          <p:nvPr/>
        </p:nvCxnSpPr>
        <p:spPr>
          <a:xfrm>
            <a:off x="8820080" y="4028343"/>
            <a:ext cx="42269" cy="2011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직선 연결선 448"/>
          <p:cNvCxnSpPr/>
          <p:nvPr/>
        </p:nvCxnSpPr>
        <p:spPr>
          <a:xfrm>
            <a:off x="8862349" y="4048460"/>
            <a:ext cx="43778" cy="901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직선 연결선 449"/>
          <p:cNvCxnSpPr/>
          <p:nvPr/>
        </p:nvCxnSpPr>
        <p:spPr>
          <a:xfrm flipV="1">
            <a:off x="8906127" y="4018985"/>
            <a:ext cx="42268" cy="3849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직선 연결선 450"/>
          <p:cNvCxnSpPr/>
          <p:nvPr/>
        </p:nvCxnSpPr>
        <p:spPr>
          <a:xfrm flipV="1">
            <a:off x="8948395" y="3984587"/>
            <a:ext cx="43778" cy="3439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직선 연결선 451"/>
          <p:cNvCxnSpPr/>
          <p:nvPr/>
        </p:nvCxnSpPr>
        <p:spPr>
          <a:xfrm flipV="1">
            <a:off x="8992173" y="3964689"/>
            <a:ext cx="43778" cy="1989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직선 연결선 452"/>
          <p:cNvCxnSpPr/>
          <p:nvPr/>
        </p:nvCxnSpPr>
        <p:spPr>
          <a:xfrm>
            <a:off x="9035951" y="3964689"/>
            <a:ext cx="42269" cy="664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직선 연결선 453"/>
          <p:cNvCxnSpPr/>
          <p:nvPr/>
        </p:nvCxnSpPr>
        <p:spPr>
          <a:xfrm>
            <a:off x="9078220" y="3971334"/>
            <a:ext cx="46797" cy="832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직선 연결선 454"/>
          <p:cNvCxnSpPr/>
          <p:nvPr/>
        </p:nvCxnSpPr>
        <p:spPr>
          <a:xfrm>
            <a:off x="9125017" y="3979663"/>
            <a:ext cx="42268" cy="1957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직선 연결선 455"/>
          <p:cNvCxnSpPr/>
          <p:nvPr/>
        </p:nvCxnSpPr>
        <p:spPr>
          <a:xfrm flipV="1">
            <a:off x="9167285" y="3981671"/>
            <a:ext cx="42268" cy="1756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직선 연결선 456"/>
          <p:cNvCxnSpPr/>
          <p:nvPr/>
        </p:nvCxnSpPr>
        <p:spPr>
          <a:xfrm flipV="1">
            <a:off x="9209553" y="3956767"/>
            <a:ext cx="43778" cy="2490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직선 연결선 457"/>
          <p:cNvCxnSpPr/>
          <p:nvPr/>
        </p:nvCxnSpPr>
        <p:spPr>
          <a:xfrm flipV="1">
            <a:off x="9253331" y="3908661"/>
            <a:ext cx="45287" cy="4810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직선 연결선 458"/>
          <p:cNvCxnSpPr/>
          <p:nvPr/>
        </p:nvCxnSpPr>
        <p:spPr>
          <a:xfrm>
            <a:off x="9298618" y="3908661"/>
            <a:ext cx="43778" cy="2099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직선 연결선 459"/>
          <p:cNvCxnSpPr/>
          <p:nvPr/>
        </p:nvCxnSpPr>
        <p:spPr>
          <a:xfrm flipV="1">
            <a:off x="9342396" y="3896944"/>
            <a:ext cx="46798" cy="3270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직선 연결선 460"/>
          <p:cNvCxnSpPr/>
          <p:nvPr/>
        </p:nvCxnSpPr>
        <p:spPr>
          <a:xfrm>
            <a:off x="9389194" y="3896944"/>
            <a:ext cx="42268" cy="4190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직선 연결선 461"/>
          <p:cNvCxnSpPr/>
          <p:nvPr/>
        </p:nvCxnSpPr>
        <p:spPr>
          <a:xfrm flipV="1">
            <a:off x="9431462" y="3903493"/>
            <a:ext cx="43778" cy="3535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직선 연결선 462"/>
          <p:cNvCxnSpPr/>
          <p:nvPr/>
        </p:nvCxnSpPr>
        <p:spPr>
          <a:xfrm flipV="1">
            <a:off x="9475240" y="3893376"/>
            <a:ext cx="43777" cy="1011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직선 연결선 463"/>
          <p:cNvCxnSpPr/>
          <p:nvPr/>
        </p:nvCxnSpPr>
        <p:spPr>
          <a:xfrm flipV="1">
            <a:off x="9519017" y="3861611"/>
            <a:ext cx="42269" cy="3176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직선 연결선 464"/>
          <p:cNvCxnSpPr/>
          <p:nvPr/>
        </p:nvCxnSpPr>
        <p:spPr>
          <a:xfrm>
            <a:off x="9561286" y="3861611"/>
            <a:ext cx="43778" cy="275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직선 연결선 465"/>
          <p:cNvCxnSpPr/>
          <p:nvPr/>
        </p:nvCxnSpPr>
        <p:spPr>
          <a:xfrm flipV="1">
            <a:off x="9605064" y="3847507"/>
            <a:ext cx="42268" cy="1685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직선 연결선 466"/>
          <p:cNvCxnSpPr/>
          <p:nvPr/>
        </p:nvCxnSpPr>
        <p:spPr>
          <a:xfrm flipV="1">
            <a:off x="9647332" y="3788198"/>
            <a:ext cx="43778" cy="5930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직선 연결선 467"/>
          <p:cNvCxnSpPr/>
          <p:nvPr/>
        </p:nvCxnSpPr>
        <p:spPr>
          <a:xfrm flipV="1">
            <a:off x="9691110" y="3773037"/>
            <a:ext cx="42269" cy="1516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직선 연결선 468"/>
          <p:cNvCxnSpPr/>
          <p:nvPr/>
        </p:nvCxnSpPr>
        <p:spPr>
          <a:xfrm>
            <a:off x="9733379" y="3773037"/>
            <a:ext cx="42268" cy="1578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직선 연결선 469"/>
          <p:cNvCxnSpPr/>
          <p:nvPr/>
        </p:nvCxnSpPr>
        <p:spPr>
          <a:xfrm flipV="1">
            <a:off x="9775647" y="3766021"/>
            <a:ext cx="46797" cy="2280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직선 연결선 470"/>
          <p:cNvCxnSpPr/>
          <p:nvPr/>
        </p:nvCxnSpPr>
        <p:spPr>
          <a:xfrm flipV="1">
            <a:off x="9822444" y="3708213"/>
            <a:ext cx="46797" cy="5780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직선 연결선 471"/>
          <p:cNvCxnSpPr/>
          <p:nvPr/>
        </p:nvCxnSpPr>
        <p:spPr>
          <a:xfrm>
            <a:off x="9869241" y="3708213"/>
            <a:ext cx="42269" cy="2974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직선 연결선 472"/>
          <p:cNvCxnSpPr/>
          <p:nvPr/>
        </p:nvCxnSpPr>
        <p:spPr>
          <a:xfrm>
            <a:off x="9911510" y="3737959"/>
            <a:ext cx="43778" cy="2241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직선 연결선 473"/>
          <p:cNvCxnSpPr/>
          <p:nvPr/>
        </p:nvCxnSpPr>
        <p:spPr>
          <a:xfrm>
            <a:off x="9955288" y="3760373"/>
            <a:ext cx="46797" cy="2826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직선 연결선 474"/>
          <p:cNvCxnSpPr/>
          <p:nvPr/>
        </p:nvCxnSpPr>
        <p:spPr>
          <a:xfrm flipV="1">
            <a:off x="10002085" y="3748819"/>
            <a:ext cx="42268" cy="3982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직선 연결선 475"/>
          <p:cNvCxnSpPr/>
          <p:nvPr/>
        </p:nvCxnSpPr>
        <p:spPr>
          <a:xfrm flipV="1">
            <a:off x="10044353" y="3738876"/>
            <a:ext cx="43778" cy="994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직선 연결선 476"/>
          <p:cNvCxnSpPr/>
          <p:nvPr/>
        </p:nvCxnSpPr>
        <p:spPr>
          <a:xfrm flipV="1">
            <a:off x="10088131" y="3701037"/>
            <a:ext cx="43778" cy="3783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직선 연결선 477"/>
          <p:cNvCxnSpPr/>
          <p:nvPr/>
        </p:nvCxnSpPr>
        <p:spPr>
          <a:xfrm flipV="1">
            <a:off x="10131909" y="3696836"/>
            <a:ext cx="42268" cy="420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직선 연결선 478"/>
          <p:cNvCxnSpPr/>
          <p:nvPr/>
        </p:nvCxnSpPr>
        <p:spPr>
          <a:xfrm flipV="1">
            <a:off x="10174177" y="3668462"/>
            <a:ext cx="43778" cy="2837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직선 연결선 479"/>
          <p:cNvCxnSpPr/>
          <p:nvPr/>
        </p:nvCxnSpPr>
        <p:spPr>
          <a:xfrm>
            <a:off x="10217955" y="3668462"/>
            <a:ext cx="42268" cy="585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직선 연결선 480"/>
          <p:cNvCxnSpPr/>
          <p:nvPr/>
        </p:nvCxnSpPr>
        <p:spPr>
          <a:xfrm>
            <a:off x="10260223" y="3674320"/>
            <a:ext cx="42269" cy="7095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직선 연결선 481"/>
          <p:cNvCxnSpPr/>
          <p:nvPr/>
        </p:nvCxnSpPr>
        <p:spPr>
          <a:xfrm>
            <a:off x="10302492" y="3745272"/>
            <a:ext cx="43777" cy="3128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직선 연결선 482"/>
          <p:cNvCxnSpPr/>
          <p:nvPr/>
        </p:nvCxnSpPr>
        <p:spPr>
          <a:xfrm>
            <a:off x="10346269" y="3776560"/>
            <a:ext cx="49817" cy="8607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직선 연결선 483"/>
          <p:cNvCxnSpPr/>
          <p:nvPr/>
        </p:nvCxnSpPr>
        <p:spPr>
          <a:xfrm flipV="1">
            <a:off x="10396086" y="3770113"/>
            <a:ext cx="43778" cy="9252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직선 연결선 484"/>
          <p:cNvCxnSpPr/>
          <p:nvPr/>
        </p:nvCxnSpPr>
        <p:spPr>
          <a:xfrm flipV="1">
            <a:off x="10439864" y="3741536"/>
            <a:ext cx="43777" cy="2857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직선 연결선 485"/>
          <p:cNvCxnSpPr/>
          <p:nvPr/>
        </p:nvCxnSpPr>
        <p:spPr>
          <a:xfrm flipV="1">
            <a:off x="10483641" y="3706323"/>
            <a:ext cx="42269" cy="3521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직선 연결선 486"/>
          <p:cNvCxnSpPr/>
          <p:nvPr/>
        </p:nvCxnSpPr>
        <p:spPr>
          <a:xfrm flipV="1">
            <a:off x="10525910" y="3679612"/>
            <a:ext cx="46797" cy="2671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직선 연결선 487"/>
          <p:cNvCxnSpPr/>
          <p:nvPr/>
        </p:nvCxnSpPr>
        <p:spPr>
          <a:xfrm flipV="1">
            <a:off x="10572707" y="3653473"/>
            <a:ext cx="43778" cy="2613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직선 연결선 488"/>
          <p:cNvCxnSpPr/>
          <p:nvPr/>
        </p:nvCxnSpPr>
        <p:spPr>
          <a:xfrm flipV="1">
            <a:off x="10616485" y="3595002"/>
            <a:ext cx="42268" cy="5847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직선 연결선 489"/>
          <p:cNvCxnSpPr/>
          <p:nvPr/>
        </p:nvCxnSpPr>
        <p:spPr>
          <a:xfrm flipV="1">
            <a:off x="10658753" y="3536591"/>
            <a:ext cx="43778" cy="5841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직선 연결선 490"/>
          <p:cNvCxnSpPr/>
          <p:nvPr/>
        </p:nvCxnSpPr>
        <p:spPr>
          <a:xfrm flipV="1">
            <a:off x="10702531" y="3477995"/>
            <a:ext cx="42269" cy="5859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직선 연결선 491"/>
          <p:cNvCxnSpPr/>
          <p:nvPr/>
        </p:nvCxnSpPr>
        <p:spPr>
          <a:xfrm flipV="1">
            <a:off x="10744800" y="3474655"/>
            <a:ext cx="43778" cy="334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직선 연결선 492"/>
          <p:cNvCxnSpPr/>
          <p:nvPr/>
        </p:nvCxnSpPr>
        <p:spPr>
          <a:xfrm flipV="1">
            <a:off x="10788578" y="3473062"/>
            <a:ext cx="42268" cy="159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직선 연결선 493"/>
          <p:cNvCxnSpPr/>
          <p:nvPr/>
        </p:nvCxnSpPr>
        <p:spPr>
          <a:xfrm>
            <a:off x="10830846" y="3473062"/>
            <a:ext cx="42269" cy="2508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직선 연결선 494"/>
          <p:cNvCxnSpPr/>
          <p:nvPr/>
        </p:nvCxnSpPr>
        <p:spPr>
          <a:xfrm flipV="1">
            <a:off x="10873115" y="3485071"/>
            <a:ext cx="43778" cy="1307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직선 연결선 495"/>
          <p:cNvCxnSpPr/>
          <p:nvPr/>
        </p:nvCxnSpPr>
        <p:spPr>
          <a:xfrm flipV="1">
            <a:off x="10916893" y="3469166"/>
            <a:ext cx="48306" cy="1590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직선 연결선 496"/>
          <p:cNvCxnSpPr/>
          <p:nvPr/>
        </p:nvCxnSpPr>
        <p:spPr>
          <a:xfrm flipV="1">
            <a:off x="10965199" y="3402286"/>
            <a:ext cx="43778" cy="6688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직선 연결선 497"/>
          <p:cNvCxnSpPr/>
          <p:nvPr/>
        </p:nvCxnSpPr>
        <p:spPr>
          <a:xfrm>
            <a:off x="11008977" y="3402286"/>
            <a:ext cx="43778" cy="25493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직선 연결선 498"/>
          <p:cNvCxnSpPr/>
          <p:nvPr/>
        </p:nvCxnSpPr>
        <p:spPr>
          <a:xfrm flipV="1">
            <a:off x="11052755" y="3553295"/>
            <a:ext cx="42268" cy="10392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직선 연결선 499"/>
          <p:cNvCxnSpPr/>
          <p:nvPr/>
        </p:nvCxnSpPr>
        <p:spPr>
          <a:xfrm flipV="1">
            <a:off x="11095023" y="3479735"/>
            <a:ext cx="43778" cy="7356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직선 연결선 500"/>
          <p:cNvCxnSpPr/>
          <p:nvPr/>
        </p:nvCxnSpPr>
        <p:spPr>
          <a:xfrm flipV="1">
            <a:off x="11138801" y="3432896"/>
            <a:ext cx="46797" cy="4683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직선 연결선 501"/>
          <p:cNvCxnSpPr/>
          <p:nvPr/>
        </p:nvCxnSpPr>
        <p:spPr>
          <a:xfrm flipV="1">
            <a:off x="11185598" y="3340853"/>
            <a:ext cx="43778" cy="9204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직선 연결선 502"/>
          <p:cNvCxnSpPr/>
          <p:nvPr/>
        </p:nvCxnSpPr>
        <p:spPr>
          <a:xfrm flipV="1">
            <a:off x="11229376" y="3274821"/>
            <a:ext cx="42269" cy="6603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직선 연결선 503"/>
          <p:cNvCxnSpPr/>
          <p:nvPr/>
        </p:nvCxnSpPr>
        <p:spPr>
          <a:xfrm flipV="1">
            <a:off x="11271645" y="3248665"/>
            <a:ext cx="42268" cy="2615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직선 연결선 504"/>
          <p:cNvCxnSpPr/>
          <p:nvPr/>
        </p:nvCxnSpPr>
        <p:spPr>
          <a:xfrm>
            <a:off x="11313913" y="3248665"/>
            <a:ext cx="43777" cy="14051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직선 연결선 505"/>
          <p:cNvCxnSpPr/>
          <p:nvPr/>
        </p:nvCxnSpPr>
        <p:spPr>
          <a:xfrm>
            <a:off x="11357690" y="3389180"/>
            <a:ext cx="42269" cy="3346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직선 연결선 506"/>
          <p:cNvCxnSpPr/>
          <p:nvPr/>
        </p:nvCxnSpPr>
        <p:spPr>
          <a:xfrm flipV="1">
            <a:off x="11399959" y="3349516"/>
            <a:ext cx="42268" cy="7312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직선 연결선 507"/>
          <p:cNvCxnSpPr/>
          <p:nvPr/>
        </p:nvCxnSpPr>
        <p:spPr>
          <a:xfrm flipV="1">
            <a:off x="11442227" y="3237405"/>
            <a:ext cx="43778" cy="11211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직선 연결선 508"/>
          <p:cNvCxnSpPr/>
          <p:nvPr/>
        </p:nvCxnSpPr>
        <p:spPr>
          <a:xfrm flipV="1">
            <a:off x="11486005" y="3141817"/>
            <a:ext cx="49816" cy="9558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직선 연결선 509"/>
          <p:cNvCxnSpPr/>
          <p:nvPr/>
        </p:nvCxnSpPr>
        <p:spPr>
          <a:xfrm flipV="1">
            <a:off x="11535821" y="3085117"/>
            <a:ext cx="43778" cy="5670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직선 연결선 510"/>
          <p:cNvCxnSpPr/>
          <p:nvPr/>
        </p:nvCxnSpPr>
        <p:spPr>
          <a:xfrm>
            <a:off x="11579599" y="3085117"/>
            <a:ext cx="42269" cy="14521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직선 연결선 511"/>
          <p:cNvCxnSpPr/>
          <p:nvPr/>
        </p:nvCxnSpPr>
        <p:spPr>
          <a:xfrm flipV="1">
            <a:off x="11621868" y="3181709"/>
            <a:ext cx="43778" cy="4861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직선 연결선 512"/>
          <p:cNvCxnSpPr/>
          <p:nvPr/>
        </p:nvCxnSpPr>
        <p:spPr>
          <a:xfrm flipV="1">
            <a:off x="11665646" y="3122247"/>
            <a:ext cx="42268" cy="5946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직선 연결선 513"/>
          <p:cNvCxnSpPr/>
          <p:nvPr/>
        </p:nvCxnSpPr>
        <p:spPr>
          <a:xfrm>
            <a:off x="11707914" y="3122247"/>
            <a:ext cx="43778" cy="2028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직선 연결선 514"/>
          <p:cNvCxnSpPr/>
          <p:nvPr/>
        </p:nvCxnSpPr>
        <p:spPr>
          <a:xfrm flipV="1">
            <a:off x="11751692" y="3117323"/>
            <a:ext cx="46797" cy="2520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직선 연결선 515"/>
          <p:cNvCxnSpPr/>
          <p:nvPr/>
        </p:nvCxnSpPr>
        <p:spPr>
          <a:xfrm flipV="1">
            <a:off x="11798489" y="3038338"/>
            <a:ext cx="42268" cy="7898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직선 연결선 516"/>
          <p:cNvCxnSpPr/>
          <p:nvPr/>
        </p:nvCxnSpPr>
        <p:spPr>
          <a:xfrm flipV="1">
            <a:off x="11840757" y="3028637"/>
            <a:ext cx="43778" cy="970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직선 연결선 517"/>
          <p:cNvCxnSpPr/>
          <p:nvPr/>
        </p:nvCxnSpPr>
        <p:spPr>
          <a:xfrm flipV="1">
            <a:off x="11884535" y="3017012"/>
            <a:ext cx="42269" cy="1162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직선 연결선 518"/>
          <p:cNvCxnSpPr/>
          <p:nvPr/>
        </p:nvCxnSpPr>
        <p:spPr>
          <a:xfrm flipV="1">
            <a:off x="11926804" y="2984435"/>
            <a:ext cx="42268" cy="3257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직선 연결선 519"/>
          <p:cNvCxnSpPr/>
          <p:nvPr/>
        </p:nvCxnSpPr>
        <p:spPr>
          <a:xfrm>
            <a:off x="11969072" y="2984435"/>
            <a:ext cx="43778" cy="4219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직선 연결선 520"/>
          <p:cNvCxnSpPr/>
          <p:nvPr/>
        </p:nvCxnSpPr>
        <p:spPr>
          <a:xfrm flipV="1">
            <a:off x="12012850" y="2975260"/>
            <a:ext cx="43778" cy="5136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직선 연결선 521"/>
          <p:cNvCxnSpPr/>
          <p:nvPr/>
        </p:nvCxnSpPr>
        <p:spPr>
          <a:xfrm>
            <a:off x="12056628" y="2975260"/>
            <a:ext cx="43778" cy="7157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직선 연결선 522"/>
          <p:cNvCxnSpPr/>
          <p:nvPr/>
        </p:nvCxnSpPr>
        <p:spPr>
          <a:xfrm>
            <a:off x="12100406" y="3046839"/>
            <a:ext cx="46797" cy="4222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직선 연결선 523"/>
          <p:cNvCxnSpPr/>
          <p:nvPr/>
        </p:nvCxnSpPr>
        <p:spPr>
          <a:xfrm flipV="1">
            <a:off x="12147203" y="3038892"/>
            <a:ext cx="42268" cy="5017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직선 연결선 524"/>
          <p:cNvCxnSpPr/>
          <p:nvPr/>
        </p:nvCxnSpPr>
        <p:spPr>
          <a:xfrm flipV="1">
            <a:off x="12189471" y="2993567"/>
            <a:ext cx="43778" cy="4532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직선 연결선 525"/>
          <p:cNvCxnSpPr/>
          <p:nvPr/>
        </p:nvCxnSpPr>
        <p:spPr>
          <a:xfrm flipV="1">
            <a:off x="12233249" y="2976272"/>
            <a:ext cx="43778" cy="1729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직선 연결선 526"/>
          <p:cNvCxnSpPr/>
          <p:nvPr/>
        </p:nvCxnSpPr>
        <p:spPr>
          <a:xfrm>
            <a:off x="12277027" y="2976272"/>
            <a:ext cx="43778" cy="12399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직선 연결선 527"/>
          <p:cNvCxnSpPr/>
          <p:nvPr/>
        </p:nvCxnSpPr>
        <p:spPr>
          <a:xfrm flipV="1">
            <a:off x="12320805" y="2987230"/>
            <a:ext cx="43778" cy="11304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직선 연결선 528"/>
          <p:cNvCxnSpPr/>
          <p:nvPr/>
        </p:nvCxnSpPr>
        <p:spPr>
          <a:xfrm flipV="1">
            <a:off x="12364583" y="2926782"/>
            <a:ext cx="42268" cy="6044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직선 연결선 529"/>
          <p:cNvCxnSpPr/>
          <p:nvPr/>
        </p:nvCxnSpPr>
        <p:spPr>
          <a:xfrm>
            <a:off x="12406851" y="2926782"/>
            <a:ext cx="46797" cy="7988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직선 연결선 530"/>
          <p:cNvCxnSpPr/>
          <p:nvPr/>
        </p:nvCxnSpPr>
        <p:spPr>
          <a:xfrm flipV="1">
            <a:off x="12453648" y="2761637"/>
            <a:ext cx="42268" cy="24502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직선 연결선 531"/>
          <p:cNvCxnSpPr/>
          <p:nvPr/>
        </p:nvCxnSpPr>
        <p:spPr>
          <a:xfrm>
            <a:off x="12495916" y="2761637"/>
            <a:ext cx="42269" cy="8788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직선 연결선 532"/>
          <p:cNvCxnSpPr/>
          <p:nvPr/>
        </p:nvCxnSpPr>
        <p:spPr>
          <a:xfrm>
            <a:off x="12538185" y="2849522"/>
            <a:ext cx="43778" cy="18485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직선 연결선 533"/>
          <p:cNvCxnSpPr/>
          <p:nvPr/>
        </p:nvCxnSpPr>
        <p:spPr>
          <a:xfrm flipV="1">
            <a:off x="12581963" y="2991515"/>
            <a:ext cx="46797" cy="4285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직선 연결선 534"/>
          <p:cNvCxnSpPr/>
          <p:nvPr/>
        </p:nvCxnSpPr>
        <p:spPr>
          <a:xfrm flipV="1">
            <a:off x="12628760" y="2989911"/>
            <a:ext cx="42268" cy="160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직선 연결선 535"/>
          <p:cNvCxnSpPr/>
          <p:nvPr/>
        </p:nvCxnSpPr>
        <p:spPr>
          <a:xfrm>
            <a:off x="12671028" y="2989911"/>
            <a:ext cx="46797" cy="10462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직선 연결선 536"/>
          <p:cNvCxnSpPr/>
          <p:nvPr/>
        </p:nvCxnSpPr>
        <p:spPr>
          <a:xfrm flipV="1">
            <a:off x="12717825" y="2970659"/>
            <a:ext cx="43778" cy="12387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연결선 537"/>
          <p:cNvCxnSpPr/>
          <p:nvPr/>
        </p:nvCxnSpPr>
        <p:spPr>
          <a:xfrm flipV="1">
            <a:off x="12761603" y="2934032"/>
            <a:ext cx="42269" cy="3662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직선 연결선 538"/>
          <p:cNvCxnSpPr/>
          <p:nvPr/>
        </p:nvCxnSpPr>
        <p:spPr>
          <a:xfrm>
            <a:off x="12803872" y="2934032"/>
            <a:ext cx="43778" cy="4644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직선 연결선 539"/>
          <p:cNvCxnSpPr/>
          <p:nvPr/>
        </p:nvCxnSpPr>
        <p:spPr>
          <a:xfrm flipV="1">
            <a:off x="12847650" y="2941577"/>
            <a:ext cx="45287" cy="3889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직선 연결선 540"/>
          <p:cNvCxnSpPr/>
          <p:nvPr/>
        </p:nvCxnSpPr>
        <p:spPr>
          <a:xfrm flipV="1">
            <a:off x="12892937" y="2884537"/>
            <a:ext cx="42269" cy="5704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직선 연결선 541"/>
          <p:cNvCxnSpPr/>
          <p:nvPr/>
        </p:nvCxnSpPr>
        <p:spPr>
          <a:xfrm flipV="1">
            <a:off x="12935206" y="2861351"/>
            <a:ext cx="46797" cy="2318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직선 연결선 542"/>
          <p:cNvCxnSpPr/>
          <p:nvPr/>
        </p:nvCxnSpPr>
        <p:spPr>
          <a:xfrm>
            <a:off x="12982003" y="2861351"/>
            <a:ext cx="42269" cy="3252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직선 연결선 543"/>
          <p:cNvCxnSpPr/>
          <p:nvPr/>
        </p:nvCxnSpPr>
        <p:spPr>
          <a:xfrm>
            <a:off x="13024272" y="2893876"/>
            <a:ext cx="42267" cy="4083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직선 연결선 544"/>
          <p:cNvCxnSpPr/>
          <p:nvPr/>
        </p:nvCxnSpPr>
        <p:spPr>
          <a:xfrm flipV="1">
            <a:off x="13066539" y="2832524"/>
            <a:ext cx="43779" cy="10218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직선 연결선 545"/>
          <p:cNvCxnSpPr/>
          <p:nvPr/>
        </p:nvCxnSpPr>
        <p:spPr>
          <a:xfrm flipV="1">
            <a:off x="13110318" y="2803640"/>
            <a:ext cx="45287" cy="2888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직선 연결선 546"/>
          <p:cNvCxnSpPr/>
          <p:nvPr/>
        </p:nvCxnSpPr>
        <p:spPr>
          <a:xfrm flipV="1">
            <a:off x="13155605" y="2659709"/>
            <a:ext cx="43777" cy="14393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직선 연결선 547"/>
          <p:cNvCxnSpPr/>
          <p:nvPr/>
        </p:nvCxnSpPr>
        <p:spPr>
          <a:xfrm flipV="1">
            <a:off x="13199382" y="2649172"/>
            <a:ext cx="46797" cy="1053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직선 연결선 548"/>
          <p:cNvCxnSpPr/>
          <p:nvPr/>
        </p:nvCxnSpPr>
        <p:spPr>
          <a:xfrm flipV="1">
            <a:off x="13246179" y="2570576"/>
            <a:ext cx="43779" cy="7859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직선 연결선 549"/>
          <p:cNvCxnSpPr/>
          <p:nvPr/>
        </p:nvCxnSpPr>
        <p:spPr>
          <a:xfrm flipV="1">
            <a:off x="13289958" y="2562430"/>
            <a:ext cx="42269" cy="814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직선 연결선 550"/>
          <p:cNvCxnSpPr/>
          <p:nvPr/>
        </p:nvCxnSpPr>
        <p:spPr>
          <a:xfrm flipV="1">
            <a:off x="13332227" y="2506226"/>
            <a:ext cx="43777" cy="5620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직선 연결선 551"/>
          <p:cNvCxnSpPr/>
          <p:nvPr/>
        </p:nvCxnSpPr>
        <p:spPr>
          <a:xfrm flipV="1">
            <a:off x="13376004" y="2449811"/>
            <a:ext cx="43778" cy="5641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직선 연결선 552"/>
          <p:cNvCxnSpPr/>
          <p:nvPr/>
        </p:nvCxnSpPr>
        <p:spPr>
          <a:xfrm>
            <a:off x="13419782" y="2449811"/>
            <a:ext cx="43778" cy="556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직선 연결선 553"/>
          <p:cNvCxnSpPr/>
          <p:nvPr/>
        </p:nvCxnSpPr>
        <p:spPr>
          <a:xfrm flipV="1">
            <a:off x="13463560" y="2452767"/>
            <a:ext cx="42268" cy="260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직선 연결선 554"/>
          <p:cNvCxnSpPr/>
          <p:nvPr/>
        </p:nvCxnSpPr>
        <p:spPr>
          <a:xfrm flipV="1">
            <a:off x="13505828" y="2409065"/>
            <a:ext cx="46797" cy="4370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직선 연결선 555"/>
          <p:cNvCxnSpPr/>
          <p:nvPr/>
        </p:nvCxnSpPr>
        <p:spPr>
          <a:xfrm flipV="1">
            <a:off x="13552625" y="2308313"/>
            <a:ext cx="42269" cy="10075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직선 연결선 556"/>
          <p:cNvCxnSpPr/>
          <p:nvPr/>
        </p:nvCxnSpPr>
        <p:spPr>
          <a:xfrm flipV="1">
            <a:off x="13594894" y="2268582"/>
            <a:ext cx="42267" cy="3973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직선 연결선 557"/>
          <p:cNvCxnSpPr/>
          <p:nvPr/>
        </p:nvCxnSpPr>
        <p:spPr>
          <a:xfrm flipV="1">
            <a:off x="13637161" y="2198736"/>
            <a:ext cx="43779" cy="6984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직선 연결선 558"/>
          <p:cNvCxnSpPr/>
          <p:nvPr/>
        </p:nvCxnSpPr>
        <p:spPr>
          <a:xfrm flipV="1">
            <a:off x="13680940" y="2100077"/>
            <a:ext cx="46797" cy="9865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직선 연결선 559"/>
          <p:cNvCxnSpPr/>
          <p:nvPr/>
        </p:nvCxnSpPr>
        <p:spPr>
          <a:xfrm flipV="1">
            <a:off x="13727737" y="2047720"/>
            <a:ext cx="48306" cy="5235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직선 연결선 560"/>
          <p:cNvCxnSpPr/>
          <p:nvPr/>
        </p:nvCxnSpPr>
        <p:spPr>
          <a:xfrm>
            <a:off x="13776043" y="2047720"/>
            <a:ext cx="42269" cy="5069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직선 연결선 561"/>
          <p:cNvCxnSpPr/>
          <p:nvPr/>
        </p:nvCxnSpPr>
        <p:spPr>
          <a:xfrm>
            <a:off x="13818312" y="2098415"/>
            <a:ext cx="42268" cy="11026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직선 연결선 562"/>
          <p:cNvCxnSpPr/>
          <p:nvPr/>
        </p:nvCxnSpPr>
        <p:spPr>
          <a:xfrm flipV="1">
            <a:off x="13860580" y="2153132"/>
            <a:ext cx="43777" cy="5554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직선 연결선 563"/>
          <p:cNvCxnSpPr/>
          <p:nvPr/>
        </p:nvCxnSpPr>
        <p:spPr>
          <a:xfrm flipV="1">
            <a:off x="13904357" y="2056250"/>
            <a:ext cx="43779" cy="9688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직선 연결선 564"/>
          <p:cNvCxnSpPr/>
          <p:nvPr/>
        </p:nvCxnSpPr>
        <p:spPr>
          <a:xfrm flipV="1">
            <a:off x="13948136" y="1960644"/>
            <a:ext cx="48307" cy="9560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직선 연결선 565"/>
          <p:cNvCxnSpPr/>
          <p:nvPr/>
        </p:nvCxnSpPr>
        <p:spPr>
          <a:xfrm flipV="1">
            <a:off x="13996443" y="1902124"/>
            <a:ext cx="42268" cy="5852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직선 연결선 566"/>
          <p:cNvCxnSpPr/>
          <p:nvPr/>
        </p:nvCxnSpPr>
        <p:spPr>
          <a:xfrm flipV="1">
            <a:off x="14038711" y="1820192"/>
            <a:ext cx="43778" cy="8193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직선 연결선 567"/>
          <p:cNvCxnSpPr/>
          <p:nvPr/>
        </p:nvCxnSpPr>
        <p:spPr>
          <a:xfrm flipV="1">
            <a:off x="14082489" y="1568338"/>
            <a:ext cx="42269" cy="25185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직선 연결선 568"/>
          <p:cNvCxnSpPr/>
          <p:nvPr/>
        </p:nvCxnSpPr>
        <p:spPr>
          <a:xfrm flipV="1">
            <a:off x="14124758" y="1538371"/>
            <a:ext cx="42267" cy="2996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직선 연결선 569"/>
          <p:cNvCxnSpPr/>
          <p:nvPr/>
        </p:nvCxnSpPr>
        <p:spPr>
          <a:xfrm flipV="1">
            <a:off x="14167025" y="1338796"/>
            <a:ext cx="43779" cy="19957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직선 연결선 570"/>
          <p:cNvCxnSpPr/>
          <p:nvPr/>
        </p:nvCxnSpPr>
        <p:spPr>
          <a:xfrm flipV="1">
            <a:off x="14210804" y="1167116"/>
            <a:ext cx="45287" cy="17168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직선 연결선 571"/>
          <p:cNvCxnSpPr/>
          <p:nvPr/>
        </p:nvCxnSpPr>
        <p:spPr>
          <a:xfrm flipV="1">
            <a:off x="14256091" y="882634"/>
            <a:ext cx="46797" cy="28448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직선 연결선 572"/>
          <p:cNvCxnSpPr/>
          <p:nvPr/>
        </p:nvCxnSpPr>
        <p:spPr>
          <a:xfrm>
            <a:off x="14302888" y="882634"/>
            <a:ext cx="84538" cy="37131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직선 연결선 573"/>
          <p:cNvCxnSpPr/>
          <p:nvPr/>
        </p:nvCxnSpPr>
        <p:spPr>
          <a:xfrm flipV="1">
            <a:off x="14387426" y="988110"/>
            <a:ext cx="46797" cy="26584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직선 연결선 574"/>
          <p:cNvCxnSpPr/>
          <p:nvPr/>
        </p:nvCxnSpPr>
        <p:spPr>
          <a:xfrm flipV="1">
            <a:off x="14434223" y="914504"/>
            <a:ext cx="43777" cy="7360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" name="TextBox 575"/>
          <p:cNvSpPr txBox="1"/>
          <p:nvPr/>
        </p:nvSpPr>
        <p:spPr>
          <a:xfrm>
            <a:off x="14706600" y="711304"/>
            <a:ext cx="8890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100" b="1" smtClean="0">
                <a:solidFill>
                  <a:srgbClr val="1B187E"/>
                </a:solidFill>
                <a:latin typeface="맑은 고딕" panose="020B0503020000020004" pitchFamily="50" charset="-127"/>
              </a:rPr>
              <a:t>968</a:t>
            </a:r>
            <a:endParaRPr lang="ko-KR" altLang="en-US" sz="2100" b="1">
              <a:solidFill>
                <a:srgbClr val="1B187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77" name="TextBox 576"/>
          <p:cNvSpPr txBox="1"/>
          <p:nvPr/>
        </p:nvSpPr>
        <p:spPr>
          <a:xfrm>
            <a:off x="14706600" y="1527963"/>
            <a:ext cx="8890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100" smtClean="0">
                <a:solidFill>
                  <a:srgbClr val="BD8F2B"/>
                </a:solidFill>
                <a:latin typeface="맑은 고딕" panose="020B0503020000020004" pitchFamily="50" charset="-127"/>
              </a:rPr>
              <a:t>795</a:t>
            </a:r>
            <a:endParaRPr lang="ko-KR" altLang="en-US" sz="2100">
              <a:solidFill>
                <a:srgbClr val="BD8F2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9003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사용자 지정</PresentationFormat>
  <Paragraphs>24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kcgi</dc:creator>
  <cp:lastModifiedBy>kcgi</cp:lastModifiedBy>
  <cp:revision>1</cp:revision>
  <dcterms:created xsi:type="dcterms:W3CDTF">2026-06-01T23:54:51Z</dcterms:created>
  <dcterms:modified xsi:type="dcterms:W3CDTF">2026-06-01T23:54:51Z</dcterms:modified>
</cp:coreProperties>
</file>