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5240000" cy="42545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8" d="100"/>
          <a:sy n="98" d="100"/>
        </p:scale>
        <p:origin x="96" y="1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905000" y="696281"/>
            <a:ext cx="11430000" cy="1481196"/>
          </a:xfrm>
        </p:spPr>
        <p:txBody>
          <a:bodyPr anchor="b"/>
          <a:lstStyle>
            <a:lvl1pPr algn="ctr">
              <a:defRPr sz="3722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905000" y="2234597"/>
            <a:ext cx="11430000" cy="1027186"/>
          </a:xfrm>
        </p:spPr>
        <p:txBody>
          <a:bodyPr/>
          <a:lstStyle>
            <a:lvl1pPr marL="0" indent="0" algn="ctr">
              <a:buNone/>
              <a:defRPr sz="1489"/>
            </a:lvl1pPr>
            <a:lvl2pPr marL="283647" indent="0" algn="ctr">
              <a:buNone/>
              <a:defRPr sz="1241"/>
            </a:lvl2pPr>
            <a:lvl3pPr marL="567294" indent="0" algn="ctr">
              <a:buNone/>
              <a:defRPr sz="1117"/>
            </a:lvl3pPr>
            <a:lvl4pPr marL="850941" indent="0" algn="ctr">
              <a:buNone/>
              <a:defRPr sz="993"/>
            </a:lvl4pPr>
            <a:lvl5pPr marL="1134588" indent="0" algn="ctr">
              <a:buNone/>
              <a:defRPr sz="993"/>
            </a:lvl5pPr>
            <a:lvl6pPr marL="1418234" indent="0" algn="ctr">
              <a:buNone/>
              <a:defRPr sz="993"/>
            </a:lvl6pPr>
            <a:lvl7pPr marL="1701881" indent="0" algn="ctr">
              <a:buNone/>
              <a:defRPr sz="993"/>
            </a:lvl7pPr>
            <a:lvl8pPr marL="1985528" indent="0" algn="ctr">
              <a:buNone/>
              <a:defRPr sz="993"/>
            </a:lvl8pPr>
            <a:lvl9pPr marL="2269175" indent="0" algn="ctr">
              <a:buNone/>
              <a:defRPr sz="993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133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1784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39813" y="1060671"/>
            <a:ext cx="13144500" cy="1769754"/>
          </a:xfrm>
        </p:spPr>
        <p:txBody>
          <a:bodyPr anchor="b"/>
          <a:lstStyle>
            <a:lvl1pPr>
              <a:defRPr sz="3722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39813" y="2847168"/>
            <a:ext cx="13144500" cy="930672"/>
          </a:xfrm>
        </p:spPr>
        <p:txBody>
          <a:bodyPr/>
          <a:lstStyle>
            <a:lvl1pPr marL="0" indent="0">
              <a:buNone/>
              <a:defRPr sz="1489">
                <a:solidFill>
                  <a:schemeClr val="tx1">
                    <a:tint val="75000"/>
                  </a:schemeClr>
                </a:solidFill>
              </a:defRPr>
            </a:lvl1pPr>
            <a:lvl2pPr marL="283647" indent="0">
              <a:buNone/>
              <a:defRPr sz="1241">
                <a:solidFill>
                  <a:schemeClr val="tx1">
                    <a:tint val="75000"/>
                  </a:schemeClr>
                </a:solidFill>
              </a:defRPr>
            </a:lvl2pPr>
            <a:lvl3pPr marL="567294" indent="0">
              <a:buNone/>
              <a:defRPr sz="1117">
                <a:solidFill>
                  <a:schemeClr val="tx1">
                    <a:tint val="75000"/>
                  </a:schemeClr>
                </a:solidFill>
              </a:defRPr>
            </a:lvl3pPr>
            <a:lvl4pPr marL="850941" indent="0">
              <a:buNone/>
              <a:defRPr sz="993">
                <a:solidFill>
                  <a:schemeClr val="tx1">
                    <a:tint val="75000"/>
                  </a:schemeClr>
                </a:solidFill>
              </a:defRPr>
            </a:lvl4pPr>
            <a:lvl5pPr marL="1134588" indent="0">
              <a:buNone/>
              <a:defRPr sz="993">
                <a:solidFill>
                  <a:schemeClr val="tx1">
                    <a:tint val="75000"/>
                  </a:schemeClr>
                </a:solidFill>
              </a:defRPr>
            </a:lvl5pPr>
            <a:lvl6pPr marL="1418234" indent="0">
              <a:buNone/>
              <a:defRPr sz="993">
                <a:solidFill>
                  <a:schemeClr val="tx1">
                    <a:tint val="75000"/>
                  </a:schemeClr>
                </a:solidFill>
              </a:defRPr>
            </a:lvl6pPr>
            <a:lvl7pPr marL="1701881" indent="0">
              <a:buNone/>
              <a:defRPr sz="993">
                <a:solidFill>
                  <a:schemeClr val="tx1">
                    <a:tint val="75000"/>
                  </a:schemeClr>
                </a:solidFill>
              </a:defRPr>
            </a:lvl7pPr>
            <a:lvl8pPr marL="1985528" indent="0">
              <a:buNone/>
              <a:defRPr sz="993">
                <a:solidFill>
                  <a:schemeClr val="tx1">
                    <a:tint val="75000"/>
                  </a:schemeClr>
                </a:solidFill>
              </a:defRPr>
            </a:lvl8pPr>
            <a:lvl9pPr marL="2269175" indent="0">
              <a:buNone/>
              <a:defRPr sz="99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489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47750" y="1132564"/>
            <a:ext cx="6477000" cy="269944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7715250" y="1132564"/>
            <a:ext cx="6477000" cy="2699441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1857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5" y="226514"/>
            <a:ext cx="13144500" cy="822340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49736" y="1042944"/>
            <a:ext cx="6447234" cy="511131"/>
          </a:xfrm>
        </p:spPr>
        <p:txBody>
          <a:bodyPr anchor="b"/>
          <a:lstStyle>
            <a:lvl1pPr marL="0" indent="0">
              <a:buNone/>
              <a:defRPr sz="1489" b="1"/>
            </a:lvl1pPr>
            <a:lvl2pPr marL="283647" indent="0">
              <a:buNone/>
              <a:defRPr sz="1241" b="1"/>
            </a:lvl2pPr>
            <a:lvl3pPr marL="567294" indent="0">
              <a:buNone/>
              <a:defRPr sz="1117" b="1"/>
            </a:lvl3pPr>
            <a:lvl4pPr marL="850941" indent="0">
              <a:buNone/>
              <a:defRPr sz="993" b="1"/>
            </a:lvl4pPr>
            <a:lvl5pPr marL="1134588" indent="0">
              <a:buNone/>
              <a:defRPr sz="993" b="1"/>
            </a:lvl5pPr>
            <a:lvl6pPr marL="1418234" indent="0">
              <a:buNone/>
              <a:defRPr sz="993" b="1"/>
            </a:lvl6pPr>
            <a:lvl7pPr marL="1701881" indent="0">
              <a:buNone/>
              <a:defRPr sz="993" b="1"/>
            </a:lvl7pPr>
            <a:lvl8pPr marL="1985528" indent="0">
              <a:buNone/>
              <a:defRPr sz="993" b="1"/>
            </a:lvl8pPr>
            <a:lvl9pPr marL="2269175" indent="0">
              <a:buNone/>
              <a:defRPr sz="993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049736" y="1554074"/>
            <a:ext cx="6447234" cy="228580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7715251" y="1042944"/>
            <a:ext cx="6478985" cy="511131"/>
          </a:xfrm>
        </p:spPr>
        <p:txBody>
          <a:bodyPr anchor="b"/>
          <a:lstStyle>
            <a:lvl1pPr marL="0" indent="0">
              <a:buNone/>
              <a:defRPr sz="1489" b="1"/>
            </a:lvl1pPr>
            <a:lvl2pPr marL="283647" indent="0">
              <a:buNone/>
              <a:defRPr sz="1241" b="1"/>
            </a:lvl2pPr>
            <a:lvl3pPr marL="567294" indent="0">
              <a:buNone/>
              <a:defRPr sz="1117" b="1"/>
            </a:lvl3pPr>
            <a:lvl4pPr marL="850941" indent="0">
              <a:buNone/>
              <a:defRPr sz="993" b="1"/>
            </a:lvl4pPr>
            <a:lvl5pPr marL="1134588" indent="0">
              <a:buNone/>
              <a:defRPr sz="993" b="1"/>
            </a:lvl5pPr>
            <a:lvl6pPr marL="1418234" indent="0">
              <a:buNone/>
              <a:defRPr sz="993" b="1"/>
            </a:lvl6pPr>
            <a:lvl7pPr marL="1701881" indent="0">
              <a:buNone/>
              <a:defRPr sz="993" b="1"/>
            </a:lvl7pPr>
            <a:lvl8pPr marL="1985528" indent="0">
              <a:buNone/>
              <a:defRPr sz="993" b="1"/>
            </a:lvl8pPr>
            <a:lvl9pPr marL="2269175" indent="0">
              <a:buNone/>
              <a:defRPr sz="993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7715251" y="1554074"/>
            <a:ext cx="6478985" cy="2285809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7079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91600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9161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6" y="283633"/>
            <a:ext cx="4915296" cy="992717"/>
          </a:xfrm>
        </p:spPr>
        <p:txBody>
          <a:bodyPr anchor="b"/>
          <a:lstStyle>
            <a:lvl1pPr>
              <a:defRPr sz="1985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6478985" y="612570"/>
            <a:ext cx="7715250" cy="3023453"/>
          </a:xfrm>
        </p:spPr>
        <p:txBody>
          <a:bodyPr/>
          <a:lstStyle>
            <a:lvl1pPr>
              <a:defRPr sz="1985"/>
            </a:lvl1pPr>
            <a:lvl2pPr>
              <a:defRPr sz="1737"/>
            </a:lvl2pPr>
            <a:lvl3pPr>
              <a:defRPr sz="1489"/>
            </a:lvl3pPr>
            <a:lvl4pPr>
              <a:defRPr sz="1241"/>
            </a:lvl4pPr>
            <a:lvl5pPr>
              <a:defRPr sz="1241"/>
            </a:lvl5pPr>
            <a:lvl6pPr>
              <a:defRPr sz="1241"/>
            </a:lvl6pPr>
            <a:lvl7pPr>
              <a:defRPr sz="1241"/>
            </a:lvl7pPr>
            <a:lvl8pPr>
              <a:defRPr sz="1241"/>
            </a:lvl8pPr>
            <a:lvl9pPr>
              <a:defRPr sz="124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49736" y="1276350"/>
            <a:ext cx="4915296" cy="2364596"/>
          </a:xfrm>
        </p:spPr>
        <p:txBody>
          <a:bodyPr/>
          <a:lstStyle>
            <a:lvl1pPr marL="0" indent="0">
              <a:buNone/>
              <a:defRPr sz="993"/>
            </a:lvl1pPr>
            <a:lvl2pPr marL="283647" indent="0">
              <a:buNone/>
              <a:defRPr sz="869"/>
            </a:lvl2pPr>
            <a:lvl3pPr marL="567294" indent="0">
              <a:buNone/>
              <a:defRPr sz="744"/>
            </a:lvl3pPr>
            <a:lvl4pPr marL="850941" indent="0">
              <a:buNone/>
              <a:defRPr sz="620"/>
            </a:lvl4pPr>
            <a:lvl5pPr marL="1134588" indent="0">
              <a:buNone/>
              <a:defRPr sz="620"/>
            </a:lvl5pPr>
            <a:lvl6pPr marL="1418234" indent="0">
              <a:buNone/>
              <a:defRPr sz="620"/>
            </a:lvl6pPr>
            <a:lvl7pPr marL="1701881" indent="0">
              <a:buNone/>
              <a:defRPr sz="620"/>
            </a:lvl7pPr>
            <a:lvl8pPr marL="1985528" indent="0">
              <a:buNone/>
              <a:defRPr sz="620"/>
            </a:lvl8pPr>
            <a:lvl9pPr marL="2269175" indent="0">
              <a:buNone/>
              <a:defRPr sz="62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3262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49736" y="283633"/>
            <a:ext cx="4915296" cy="992717"/>
          </a:xfrm>
        </p:spPr>
        <p:txBody>
          <a:bodyPr anchor="b"/>
          <a:lstStyle>
            <a:lvl1pPr>
              <a:defRPr sz="1985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6478985" y="612570"/>
            <a:ext cx="7715250" cy="3023453"/>
          </a:xfrm>
        </p:spPr>
        <p:txBody>
          <a:bodyPr/>
          <a:lstStyle>
            <a:lvl1pPr marL="0" indent="0">
              <a:buNone/>
              <a:defRPr sz="1985"/>
            </a:lvl1pPr>
            <a:lvl2pPr marL="283647" indent="0">
              <a:buNone/>
              <a:defRPr sz="1737"/>
            </a:lvl2pPr>
            <a:lvl3pPr marL="567294" indent="0">
              <a:buNone/>
              <a:defRPr sz="1489"/>
            </a:lvl3pPr>
            <a:lvl4pPr marL="850941" indent="0">
              <a:buNone/>
              <a:defRPr sz="1241"/>
            </a:lvl4pPr>
            <a:lvl5pPr marL="1134588" indent="0">
              <a:buNone/>
              <a:defRPr sz="1241"/>
            </a:lvl5pPr>
            <a:lvl6pPr marL="1418234" indent="0">
              <a:buNone/>
              <a:defRPr sz="1241"/>
            </a:lvl6pPr>
            <a:lvl7pPr marL="1701881" indent="0">
              <a:buNone/>
              <a:defRPr sz="1241"/>
            </a:lvl7pPr>
            <a:lvl8pPr marL="1985528" indent="0">
              <a:buNone/>
              <a:defRPr sz="1241"/>
            </a:lvl8pPr>
            <a:lvl9pPr marL="2269175" indent="0">
              <a:buNone/>
              <a:defRPr sz="1241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049736" y="1276350"/>
            <a:ext cx="4915296" cy="2364596"/>
          </a:xfrm>
        </p:spPr>
        <p:txBody>
          <a:bodyPr/>
          <a:lstStyle>
            <a:lvl1pPr marL="0" indent="0">
              <a:buNone/>
              <a:defRPr sz="993"/>
            </a:lvl1pPr>
            <a:lvl2pPr marL="283647" indent="0">
              <a:buNone/>
              <a:defRPr sz="869"/>
            </a:lvl2pPr>
            <a:lvl3pPr marL="567294" indent="0">
              <a:buNone/>
              <a:defRPr sz="744"/>
            </a:lvl3pPr>
            <a:lvl4pPr marL="850941" indent="0">
              <a:buNone/>
              <a:defRPr sz="620"/>
            </a:lvl4pPr>
            <a:lvl5pPr marL="1134588" indent="0">
              <a:buNone/>
              <a:defRPr sz="620"/>
            </a:lvl5pPr>
            <a:lvl6pPr marL="1418234" indent="0">
              <a:buNone/>
              <a:defRPr sz="620"/>
            </a:lvl6pPr>
            <a:lvl7pPr marL="1701881" indent="0">
              <a:buNone/>
              <a:defRPr sz="620"/>
            </a:lvl7pPr>
            <a:lvl8pPr marL="1985528" indent="0">
              <a:buNone/>
              <a:defRPr sz="620"/>
            </a:lvl8pPr>
            <a:lvl9pPr marL="2269175" indent="0">
              <a:buNone/>
              <a:defRPr sz="62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73636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901355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0906126" y="226513"/>
            <a:ext cx="3286125" cy="3605492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47751" y="226513"/>
            <a:ext cx="9667875" cy="3605492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2760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047750" y="226514"/>
            <a:ext cx="13144500" cy="8223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047750" y="1132564"/>
            <a:ext cx="13144500" cy="26994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1047750" y="3943292"/>
            <a:ext cx="3429000" cy="226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37E599-45E0-4BA5-93BA-51CCADD3A103}" type="datetimeFigureOut">
              <a:rPr lang="ko-KR" altLang="en-US" smtClean="0"/>
              <a:t>2026-06-02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048250" y="3943292"/>
            <a:ext cx="5143500" cy="226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0763250" y="3943292"/>
            <a:ext cx="3429000" cy="22651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73CF6-792D-4ED1-8CEC-4545BECBE4A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3881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567294" rtl="0" eaLnBrk="1" latinLnBrk="1" hangingPunct="1">
        <a:lnSpc>
          <a:spcPct val="90000"/>
        </a:lnSpc>
        <a:spcBef>
          <a:spcPct val="0"/>
        </a:spcBef>
        <a:buNone/>
        <a:defRPr sz="273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823" indent="-141823" algn="l" defTabSz="567294" rtl="0" eaLnBrk="1" latinLnBrk="1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7" kern="1200">
          <a:solidFill>
            <a:schemeClr val="tx1"/>
          </a:solidFill>
          <a:latin typeface="+mn-lt"/>
          <a:ea typeface="+mn-ea"/>
          <a:cs typeface="+mn-cs"/>
        </a:defRPr>
      </a:lvl1pPr>
      <a:lvl2pPr marL="425470" indent="-141823" algn="l" defTabSz="567294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9" kern="1200">
          <a:solidFill>
            <a:schemeClr val="tx1"/>
          </a:solidFill>
          <a:latin typeface="+mn-lt"/>
          <a:ea typeface="+mn-ea"/>
          <a:cs typeface="+mn-cs"/>
        </a:defRPr>
      </a:lvl2pPr>
      <a:lvl3pPr marL="709117" indent="-141823" algn="l" defTabSz="567294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1" kern="1200">
          <a:solidFill>
            <a:schemeClr val="tx1"/>
          </a:solidFill>
          <a:latin typeface="+mn-lt"/>
          <a:ea typeface="+mn-ea"/>
          <a:cs typeface="+mn-cs"/>
        </a:defRPr>
      </a:lvl3pPr>
      <a:lvl4pPr marL="992764" indent="-141823" algn="l" defTabSz="567294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7" kern="1200">
          <a:solidFill>
            <a:schemeClr val="tx1"/>
          </a:solidFill>
          <a:latin typeface="+mn-lt"/>
          <a:ea typeface="+mn-ea"/>
          <a:cs typeface="+mn-cs"/>
        </a:defRPr>
      </a:lvl4pPr>
      <a:lvl5pPr marL="1276411" indent="-141823" algn="l" defTabSz="567294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7" kern="1200">
          <a:solidFill>
            <a:schemeClr val="tx1"/>
          </a:solidFill>
          <a:latin typeface="+mn-lt"/>
          <a:ea typeface="+mn-ea"/>
          <a:cs typeface="+mn-cs"/>
        </a:defRPr>
      </a:lvl5pPr>
      <a:lvl6pPr marL="1560058" indent="-141823" algn="l" defTabSz="567294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7" kern="1200">
          <a:solidFill>
            <a:schemeClr val="tx1"/>
          </a:solidFill>
          <a:latin typeface="+mn-lt"/>
          <a:ea typeface="+mn-ea"/>
          <a:cs typeface="+mn-cs"/>
        </a:defRPr>
      </a:lvl6pPr>
      <a:lvl7pPr marL="1843705" indent="-141823" algn="l" defTabSz="567294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7" kern="1200">
          <a:solidFill>
            <a:schemeClr val="tx1"/>
          </a:solidFill>
          <a:latin typeface="+mn-lt"/>
          <a:ea typeface="+mn-ea"/>
          <a:cs typeface="+mn-cs"/>
        </a:defRPr>
      </a:lvl7pPr>
      <a:lvl8pPr marL="2127352" indent="-141823" algn="l" defTabSz="567294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7" kern="1200">
          <a:solidFill>
            <a:schemeClr val="tx1"/>
          </a:solidFill>
          <a:latin typeface="+mn-lt"/>
          <a:ea typeface="+mn-ea"/>
          <a:cs typeface="+mn-cs"/>
        </a:defRPr>
      </a:lvl8pPr>
      <a:lvl9pPr marL="2410998" indent="-141823" algn="l" defTabSz="567294" rtl="0" eaLnBrk="1" latinLnBrk="1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567294" rtl="0" eaLnBrk="1" latinLnBrk="1" hangingPunct="1">
        <a:defRPr sz="1117" kern="1200">
          <a:solidFill>
            <a:schemeClr val="tx1"/>
          </a:solidFill>
          <a:latin typeface="+mn-lt"/>
          <a:ea typeface="+mn-ea"/>
          <a:cs typeface="+mn-cs"/>
        </a:defRPr>
      </a:lvl1pPr>
      <a:lvl2pPr marL="283647" algn="l" defTabSz="567294" rtl="0" eaLnBrk="1" latinLnBrk="1" hangingPunct="1">
        <a:defRPr sz="1117" kern="1200">
          <a:solidFill>
            <a:schemeClr val="tx1"/>
          </a:solidFill>
          <a:latin typeface="+mn-lt"/>
          <a:ea typeface="+mn-ea"/>
          <a:cs typeface="+mn-cs"/>
        </a:defRPr>
      </a:lvl2pPr>
      <a:lvl3pPr marL="567294" algn="l" defTabSz="567294" rtl="0" eaLnBrk="1" latinLnBrk="1" hangingPunct="1">
        <a:defRPr sz="1117" kern="1200">
          <a:solidFill>
            <a:schemeClr val="tx1"/>
          </a:solidFill>
          <a:latin typeface="+mn-lt"/>
          <a:ea typeface="+mn-ea"/>
          <a:cs typeface="+mn-cs"/>
        </a:defRPr>
      </a:lvl3pPr>
      <a:lvl4pPr marL="850941" algn="l" defTabSz="567294" rtl="0" eaLnBrk="1" latinLnBrk="1" hangingPunct="1">
        <a:defRPr sz="1117" kern="1200">
          <a:solidFill>
            <a:schemeClr val="tx1"/>
          </a:solidFill>
          <a:latin typeface="+mn-lt"/>
          <a:ea typeface="+mn-ea"/>
          <a:cs typeface="+mn-cs"/>
        </a:defRPr>
      </a:lvl4pPr>
      <a:lvl5pPr marL="1134588" algn="l" defTabSz="567294" rtl="0" eaLnBrk="1" latinLnBrk="1" hangingPunct="1">
        <a:defRPr sz="1117" kern="1200">
          <a:solidFill>
            <a:schemeClr val="tx1"/>
          </a:solidFill>
          <a:latin typeface="+mn-lt"/>
          <a:ea typeface="+mn-ea"/>
          <a:cs typeface="+mn-cs"/>
        </a:defRPr>
      </a:lvl5pPr>
      <a:lvl6pPr marL="1418234" algn="l" defTabSz="567294" rtl="0" eaLnBrk="1" latinLnBrk="1" hangingPunct="1">
        <a:defRPr sz="1117" kern="1200">
          <a:solidFill>
            <a:schemeClr val="tx1"/>
          </a:solidFill>
          <a:latin typeface="+mn-lt"/>
          <a:ea typeface="+mn-ea"/>
          <a:cs typeface="+mn-cs"/>
        </a:defRPr>
      </a:lvl6pPr>
      <a:lvl7pPr marL="1701881" algn="l" defTabSz="567294" rtl="0" eaLnBrk="1" latinLnBrk="1" hangingPunct="1">
        <a:defRPr sz="1117" kern="1200">
          <a:solidFill>
            <a:schemeClr val="tx1"/>
          </a:solidFill>
          <a:latin typeface="+mn-lt"/>
          <a:ea typeface="+mn-ea"/>
          <a:cs typeface="+mn-cs"/>
        </a:defRPr>
      </a:lvl7pPr>
      <a:lvl8pPr marL="1985528" algn="l" defTabSz="567294" rtl="0" eaLnBrk="1" latinLnBrk="1" hangingPunct="1">
        <a:defRPr sz="1117" kern="1200">
          <a:solidFill>
            <a:schemeClr val="tx1"/>
          </a:solidFill>
          <a:latin typeface="+mn-lt"/>
          <a:ea typeface="+mn-ea"/>
          <a:cs typeface="+mn-cs"/>
        </a:defRPr>
      </a:lvl8pPr>
      <a:lvl9pPr marL="2269175" algn="l" defTabSz="567294" rtl="0" eaLnBrk="1" latinLnBrk="1" hangingPunct="1">
        <a:defRPr sz="11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직선 연결선 1"/>
          <p:cNvCxnSpPr/>
          <p:nvPr/>
        </p:nvCxnSpPr>
        <p:spPr>
          <a:xfrm>
            <a:off x="838200" y="2997200"/>
            <a:ext cx="13868400" cy="0"/>
          </a:xfrm>
          <a:prstGeom prst="line">
            <a:avLst/>
          </a:prstGeom>
          <a:ln w="889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77800" y="2650067"/>
            <a:ext cx="4826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200" smtClean="0">
                <a:solidFill>
                  <a:srgbClr val="2D2D2D"/>
                </a:solidFill>
                <a:latin typeface="맑은 고딕" panose="020B0503020000020004" pitchFamily="50" charset="-127"/>
              </a:rPr>
              <a:t>0</a:t>
            </a:r>
            <a:endParaRPr lang="ko-KR" altLang="en-US" sz="1200">
              <a:solidFill>
                <a:srgbClr val="2D2D2D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4" name="직선 연결선 3"/>
          <p:cNvCxnSpPr/>
          <p:nvPr/>
        </p:nvCxnSpPr>
        <p:spPr>
          <a:xfrm>
            <a:off x="838200" y="2182283"/>
            <a:ext cx="13868400" cy="0"/>
          </a:xfrm>
          <a:prstGeom prst="line">
            <a:avLst/>
          </a:prstGeom>
          <a:ln w="889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177800" y="2067983"/>
            <a:ext cx="4826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200" smtClean="0">
                <a:solidFill>
                  <a:srgbClr val="2D2D2D"/>
                </a:solidFill>
                <a:latin typeface="맑은 고딕" panose="020B0503020000020004" pitchFamily="50" charset="-127"/>
              </a:rPr>
              <a:t>25</a:t>
            </a:r>
            <a:endParaRPr lang="ko-KR" altLang="en-US" sz="1200">
              <a:solidFill>
                <a:srgbClr val="2D2D2D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6" name="직선 연결선 5"/>
          <p:cNvCxnSpPr/>
          <p:nvPr/>
        </p:nvCxnSpPr>
        <p:spPr>
          <a:xfrm>
            <a:off x="838200" y="1600200"/>
            <a:ext cx="13868400" cy="0"/>
          </a:xfrm>
          <a:prstGeom prst="line">
            <a:avLst/>
          </a:prstGeom>
          <a:ln w="889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7800" y="1485900"/>
            <a:ext cx="4826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200" smtClean="0">
                <a:solidFill>
                  <a:srgbClr val="2D2D2D"/>
                </a:solidFill>
                <a:latin typeface="맑은 고딕" panose="020B0503020000020004" pitchFamily="50" charset="-127"/>
              </a:rPr>
              <a:t>50</a:t>
            </a:r>
            <a:endParaRPr lang="ko-KR" altLang="en-US" sz="1200">
              <a:solidFill>
                <a:srgbClr val="2D2D2D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8" name="직선 연결선 7"/>
          <p:cNvCxnSpPr/>
          <p:nvPr/>
        </p:nvCxnSpPr>
        <p:spPr>
          <a:xfrm>
            <a:off x="838200" y="1018117"/>
            <a:ext cx="13868400" cy="0"/>
          </a:xfrm>
          <a:prstGeom prst="line">
            <a:avLst/>
          </a:prstGeom>
          <a:ln w="889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77800" y="903817"/>
            <a:ext cx="4826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200" smtClean="0">
                <a:solidFill>
                  <a:srgbClr val="2D2D2D"/>
                </a:solidFill>
                <a:latin typeface="맑은 고딕" panose="020B0503020000020004" pitchFamily="50" charset="-127"/>
              </a:rPr>
              <a:t>75</a:t>
            </a:r>
            <a:endParaRPr lang="ko-KR" altLang="en-US" sz="1200">
              <a:solidFill>
                <a:srgbClr val="2D2D2D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838200" y="436033"/>
            <a:ext cx="13868400" cy="0"/>
          </a:xfrm>
          <a:prstGeom prst="line">
            <a:avLst/>
          </a:prstGeom>
          <a:ln w="889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77800" y="321733"/>
            <a:ext cx="4826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r"/>
            <a:r>
              <a:rPr lang="en-US" altLang="ko-KR" sz="1200" smtClean="0">
                <a:solidFill>
                  <a:srgbClr val="2D2D2D"/>
                </a:solidFill>
                <a:latin typeface="맑은 고딕" panose="020B0503020000020004" pitchFamily="50" charset="-127"/>
              </a:rPr>
              <a:t>100</a:t>
            </a:r>
            <a:endParaRPr lang="ko-KR" altLang="en-US" sz="1200">
              <a:solidFill>
                <a:srgbClr val="2D2D2D"/>
              </a:solidFill>
              <a:latin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>
          <a:xfrm>
            <a:off x="838200" y="203200"/>
            <a:ext cx="13868400" cy="0"/>
          </a:xfrm>
          <a:prstGeom prst="line">
            <a:avLst/>
          </a:prstGeom>
          <a:ln w="8890" cap="sq">
            <a:solidFill>
              <a:srgbClr val="E0E0E0"/>
            </a:solidFill>
            <a:prstDash val="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/>
          <p:cNvCxnSpPr/>
          <p:nvPr/>
        </p:nvCxnSpPr>
        <p:spPr>
          <a:xfrm>
            <a:off x="838200" y="203200"/>
            <a:ext cx="0" cy="279400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연결선 13"/>
          <p:cNvCxnSpPr/>
          <p:nvPr/>
        </p:nvCxnSpPr>
        <p:spPr>
          <a:xfrm>
            <a:off x="838200" y="2764367"/>
            <a:ext cx="13868400" cy="0"/>
          </a:xfrm>
          <a:prstGeom prst="line">
            <a:avLst/>
          </a:prstGeom>
          <a:ln w="13970">
            <a:solidFill>
              <a:srgbClr val="0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 rot="16200000">
            <a:off x="-254000" y="1422400"/>
            <a:ext cx="10414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ko-KR" altLang="en-US" sz="1200" smtClean="0">
                <a:solidFill>
                  <a:srgbClr val="7D7D7D"/>
                </a:solidFill>
                <a:latin typeface="맑은 고딕" panose="020B0503020000020004" pitchFamily="50" charset="-127"/>
              </a:rPr>
              <a:t>수익률 </a:t>
            </a:r>
            <a:r>
              <a:rPr lang="en-US" altLang="ko-KR" sz="1200" smtClean="0">
                <a:solidFill>
                  <a:srgbClr val="7D7D7D"/>
                </a:solidFill>
                <a:latin typeface="맑은 고딕" panose="020B0503020000020004" pitchFamily="50" charset="-127"/>
              </a:rPr>
              <a:t>(%)</a:t>
            </a:r>
            <a:endParaRPr lang="ko-KR" altLang="en-US" sz="1200">
              <a:solidFill>
                <a:srgbClr val="7D7D7D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1066800" y="2101956"/>
            <a:ext cx="736600" cy="660400"/>
          </a:xfrm>
          <a:prstGeom prst="rect">
            <a:avLst/>
          </a:prstGeom>
          <a:solidFill>
            <a:srgbClr val="1B187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1016000" y="1860656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28.5</a:t>
            </a:r>
            <a:endParaRPr lang="ko-KR" altLang="en-US" sz="12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1854200" y="409723"/>
            <a:ext cx="736600" cy="2349500"/>
          </a:xfrm>
          <a:prstGeom prst="rect">
            <a:avLst/>
          </a:prstGeom>
          <a:solidFill>
            <a:srgbClr val="CAA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1803400" y="168423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CAAA5B"/>
                </a:solidFill>
                <a:latin typeface="맑은 고딕" panose="020B0503020000020004" pitchFamily="50" charset="-127"/>
              </a:rPr>
              <a:t>101.1</a:t>
            </a:r>
            <a:endParaRPr lang="ko-KR" altLang="en-US" sz="1200" b="1">
              <a:solidFill>
                <a:srgbClr val="CAAA5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143000" y="3162300"/>
            <a:ext cx="1371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300" smtClean="0">
                <a:solidFill>
                  <a:srgbClr val="141414"/>
                </a:solidFill>
                <a:latin typeface="맑은 고딕" panose="020B0503020000020004" pitchFamily="50" charset="-127"/>
              </a:rPr>
              <a:t>KOSPI</a:t>
            </a:r>
            <a:endParaRPr lang="ko-KR" altLang="en-US" sz="1300">
              <a:solidFill>
                <a:srgbClr val="14141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3048000" y="2764367"/>
            <a:ext cx="736600" cy="228600"/>
          </a:xfrm>
          <a:prstGeom prst="rect">
            <a:avLst/>
          </a:prstGeom>
          <a:solidFill>
            <a:srgbClr val="1B187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TextBox 21"/>
          <p:cNvSpPr txBox="1"/>
          <p:nvPr/>
        </p:nvSpPr>
        <p:spPr>
          <a:xfrm>
            <a:off x="2997200" y="3005667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-9.9</a:t>
            </a:r>
            <a:endParaRPr lang="ko-KR" altLang="en-US" sz="12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3835400" y="2388574"/>
            <a:ext cx="736600" cy="381000"/>
          </a:xfrm>
          <a:prstGeom prst="rect">
            <a:avLst/>
          </a:prstGeom>
          <a:solidFill>
            <a:srgbClr val="CAA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3784600" y="2147274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CAAA5B"/>
                </a:solidFill>
                <a:latin typeface="맑은 고딕" panose="020B0503020000020004" pitchFamily="50" charset="-127"/>
              </a:rPr>
              <a:t>16.1</a:t>
            </a:r>
            <a:endParaRPr lang="ko-KR" altLang="en-US" sz="1200" b="1">
              <a:solidFill>
                <a:srgbClr val="CAAA5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24200" y="3162300"/>
            <a:ext cx="1371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300" smtClean="0">
                <a:solidFill>
                  <a:srgbClr val="141414"/>
                </a:solidFill>
                <a:latin typeface="맑은 고딕" panose="020B0503020000020004" pitchFamily="50" charset="-127"/>
              </a:rPr>
              <a:t>KOSDAQ</a:t>
            </a:r>
            <a:endParaRPr lang="ko-KR" altLang="en-US" sz="1300">
              <a:solidFill>
                <a:srgbClr val="14141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29200" y="2641896"/>
            <a:ext cx="736600" cy="127000"/>
          </a:xfrm>
          <a:prstGeom prst="rect">
            <a:avLst/>
          </a:prstGeom>
          <a:solidFill>
            <a:srgbClr val="1B187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4978400" y="2400596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5.3</a:t>
            </a:r>
            <a:endParaRPr lang="ko-KR" altLang="en-US" sz="12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5816600" y="2509880"/>
            <a:ext cx="736600" cy="254000"/>
          </a:xfrm>
          <a:prstGeom prst="rect">
            <a:avLst/>
          </a:prstGeom>
          <a:solidFill>
            <a:srgbClr val="CAA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/>
          <p:cNvSpPr txBox="1"/>
          <p:nvPr/>
        </p:nvSpPr>
        <p:spPr>
          <a:xfrm>
            <a:off x="5765800" y="2268580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CAAA5B"/>
                </a:solidFill>
                <a:latin typeface="맑은 고딕" panose="020B0503020000020004" pitchFamily="50" charset="-127"/>
              </a:rPr>
              <a:t>10.9</a:t>
            </a:r>
            <a:endParaRPr lang="ko-KR" altLang="en-US" sz="1200" b="1">
              <a:solidFill>
                <a:srgbClr val="CAAA5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105400" y="3162300"/>
            <a:ext cx="1371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300" smtClean="0">
                <a:solidFill>
                  <a:srgbClr val="141414"/>
                </a:solidFill>
                <a:latin typeface="맑은 고딕" panose="020B0503020000020004" pitchFamily="50" charset="-127"/>
              </a:rPr>
              <a:t>S&amp;P500</a:t>
            </a:r>
            <a:endParaRPr lang="ko-KR" altLang="en-US" sz="1300">
              <a:solidFill>
                <a:srgbClr val="14141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7010400" y="2523850"/>
            <a:ext cx="736600" cy="241300"/>
          </a:xfrm>
          <a:prstGeom prst="rect">
            <a:avLst/>
          </a:prstGeom>
          <a:solidFill>
            <a:srgbClr val="1B187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" name="TextBox 31"/>
          <p:cNvSpPr txBox="1"/>
          <p:nvPr/>
        </p:nvSpPr>
        <p:spPr>
          <a:xfrm>
            <a:off x="6959600" y="2282550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10.3</a:t>
            </a:r>
            <a:endParaRPr lang="ko-KR" altLang="en-US" sz="12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3" name="직사각형 32"/>
          <p:cNvSpPr/>
          <p:nvPr/>
        </p:nvSpPr>
        <p:spPr>
          <a:xfrm>
            <a:off x="7797800" y="2278676"/>
            <a:ext cx="736600" cy="482600"/>
          </a:xfrm>
          <a:prstGeom prst="rect">
            <a:avLst/>
          </a:prstGeom>
          <a:solidFill>
            <a:srgbClr val="CAA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TextBox 33"/>
          <p:cNvSpPr txBox="1"/>
          <p:nvPr/>
        </p:nvSpPr>
        <p:spPr>
          <a:xfrm>
            <a:off x="7747000" y="2037376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CAAA5B"/>
                </a:solidFill>
                <a:latin typeface="맑은 고딕" panose="020B0503020000020004" pitchFamily="50" charset="-127"/>
              </a:rPr>
              <a:t>20.9</a:t>
            </a:r>
            <a:endParaRPr lang="ko-KR" altLang="en-US" sz="1200" b="1">
              <a:solidFill>
                <a:srgbClr val="CAAA5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086600" y="3162300"/>
            <a:ext cx="1371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300" smtClean="0">
                <a:solidFill>
                  <a:srgbClr val="141414"/>
                </a:solidFill>
                <a:latin typeface="맑은 고딕" panose="020B0503020000020004" pitchFamily="50" charset="-127"/>
              </a:rPr>
              <a:t>NASDAQ</a:t>
            </a:r>
            <a:endParaRPr lang="ko-KR" altLang="en-US" sz="1300">
              <a:solidFill>
                <a:srgbClr val="14141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8991600" y="2676123"/>
            <a:ext cx="736600" cy="88900"/>
          </a:xfrm>
          <a:prstGeom prst="rect">
            <a:avLst/>
          </a:prstGeom>
          <a:solidFill>
            <a:srgbClr val="1B187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/>
          <p:cNvSpPr txBox="1"/>
          <p:nvPr/>
        </p:nvSpPr>
        <p:spPr>
          <a:xfrm>
            <a:off x="8940800" y="2434823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3.8</a:t>
            </a:r>
            <a:endParaRPr lang="ko-KR" altLang="en-US" sz="12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9779000" y="2543408"/>
            <a:ext cx="736600" cy="215900"/>
          </a:xfrm>
          <a:prstGeom prst="rect">
            <a:avLst/>
          </a:prstGeom>
          <a:solidFill>
            <a:srgbClr val="CAA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9" name="TextBox 38"/>
          <p:cNvSpPr txBox="1"/>
          <p:nvPr/>
        </p:nvSpPr>
        <p:spPr>
          <a:xfrm>
            <a:off x="9728200" y="2302108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CAAA5B"/>
                </a:solidFill>
                <a:latin typeface="맑은 고딕" panose="020B0503020000020004" pitchFamily="50" charset="-127"/>
              </a:rPr>
              <a:t>9.5</a:t>
            </a:r>
            <a:endParaRPr lang="ko-KR" altLang="en-US" sz="1200" b="1">
              <a:solidFill>
                <a:srgbClr val="CAAA5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9067800" y="3162300"/>
            <a:ext cx="1371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300" smtClean="0">
                <a:solidFill>
                  <a:srgbClr val="141414"/>
                </a:solidFill>
                <a:latin typeface="맑은 고딕" panose="020B0503020000020004" pitchFamily="50" charset="-127"/>
              </a:rPr>
              <a:t>STOXX600</a:t>
            </a:r>
            <a:endParaRPr lang="ko-KR" altLang="en-US" sz="1300">
              <a:solidFill>
                <a:srgbClr val="14141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10972800" y="2764367"/>
            <a:ext cx="736600" cy="12700"/>
          </a:xfrm>
          <a:prstGeom prst="rect">
            <a:avLst/>
          </a:prstGeom>
          <a:solidFill>
            <a:srgbClr val="1B187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2" name="TextBox 41"/>
          <p:cNvSpPr txBox="1"/>
          <p:nvPr/>
        </p:nvSpPr>
        <p:spPr>
          <a:xfrm>
            <a:off x="10922000" y="2789767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-0.6</a:t>
            </a:r>
            <a:endParaRPr lang="ko-KR" altLang="en-US" sz="12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11760200" y="2726415"/>
            <a:ext cx="736600" cy="38100"/>
          </a:xfrm>
          <a:prstGeom prst="rect">
            <a:avLst/>
          </a:prstGeom>
          <a:solidFill>
            <a:srgbClr val="CAA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4" name="TextBox 43"/>
          <p:cNvSpPr txBox="1"/>
          <p:nvPr/>
        </p:nvSpPr>
        <p:spPr>
          <a:xfrm>
            <a:off x="11709400" y="2485115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CAAA5B"/>
                </a:solidFill>
                <a:latin typeface="맑은 고딕" panose="020B0503020000020004" pitchFamily="50" charset="-127"/>
              </a:rPr>
              <a:t>1.6</a:t>
            </a:r>
            <a:endParaRPr lang="ko-KR" altLang="en-US" sz="1200" b="1">
              <a:solidFill>
                <a:srgbClr val="CAAA5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1049000" y="3162300"/>
            <a:ext cx="1371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300" smtClean="0">
                <a:solidFill>
                  <a:srgbClr val="141414"/>
                </a:solidFill>
                <a:latin typeface="맑은 고딕" panose="020B0503020000020004" pitchFamily="50" charset="-127"/>
              </a:rPr>
              <a:t>HSI</a:t>
            </a:r>
            <a:endParaRPr lang="ko-KR" altLang="en-US" sz="1300">
              <a:solidFill>
                <a:srgbClr val="14141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12954000" y="2723388"/>
            <a:ext cx="736600" cy="38100"/>
          </a:xfrm>
          <a:prstGeom prst="rect">
            <a:avLst/>
          </a:prstGeom>
          <a:solidFill>
            <a:srgbClr val="1B187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7" name="TextBox 46"/>
          <p:cNvSpPr txBox="1"/>
          <p:nvPr/>
        </p:nvSpPr>
        <p:spPr>
          <a:xfrm>
            <a:off x="12903200" y="2482088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1B187E"/>
                </a:solidFill>
                <a:latin typeface="맑은 고딕" panose="020B0503020000020004" pitchFamily="50" charset="-127"/>
              </a:rPr>
              <a:t>1.8</a:t>
            </a:r>
            <a:endParaRPr lang="ko-KR" altLang="en-US" sz="1200" b="1">
              <a:solidFill>
                <a:srgbClr val="1B187E"/>
              </a:solidFill>
              <a:latin typeface="맑은 고딕" panose="020B0503020000020004" pitchFamily="50" charset="-127"/>
            </a:endParaRPr>
          </a:p>
        </p:txBody>
      </p:sp>
      <p:sp>
        <p:nvSpPr>
          <p:cNvPr id="48" name="직사각형 47"/>
          <p:cNvSpPr/>
          <p:nvPr/>
        </p:nvSpPr>
        <p:spPr>
          <a:xfrm>
            <a:off x="13741400" y="2632583"/>
            <a:ext cx="736600" cy="127000"/>
          </a:xfrm>
          <a:prstGeom prst="rect">
            <a:avLst/>
          </a:prstGeom>
          <a:solidFill>
            <a:srgbClr val="CAA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9" name="TextBox 48"/>
          <p:cNvSpPr txBox="1"/>
          <p:nvPr/>
        </p:nvSpPr>
        <p:spPr>
          <a:xfrm>
            <a:off x="13690600" y="2391283"/>
            <a:ext cx="838200" cy="2286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200" b="1" smtClean="0">
                <a:solidFill>
                  <a:srgbClr val="CAAA5B"/>
                </a:solidFill>
                <a:latin typeface="맑은 고딕" panose="020B0503020000020004" pitchFamily="50" charset="-127"/>
              </a:rPr>
              <a:t>5.7</a:t>
            </a:r>
            <a:endParaRPr lang="ko-KR" altLang="en-US" sz="1200" b="1">
              <a:solidFill>
                <a:srgbClr val="CAAA5B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13030200" y="3162300"/>
            <a:ext cx="13716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pPr algn="ctr"/>
            <a:r>
              <a:rPr lang="en-US" altLang="ko-KR" sz="1300" smtClean="0">
                <a:solidFill>
                  <a:srgbClr val="141414"/>
                </a:solidFill>
                <a:latin typeface="맑은 고딕" panose="020B0503020000020004" pitchFamily="50" charset="-127"/>
              </a:rPr>
              <a:t>CSI300</a:t>
            </a:r>
            <a:endParaRPr lang="ko-KR" altLang="en-US" sz="1300">
              <a:solidFill>
                <a:srgbClr val="141414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12877800" y="406400"/>
            <a:ext cx="457200" cy="152400"/>
          </a:xfrm>
          <a:prstGeom prst="rect">
            <a:avLst/>
          </a:prstGeom>
          <a:solidFill>
            <a:srgbClr val="1B187E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TextBox 51"/>
          <p:cNvSpPr txBox="1"/>
          <p:nvPr/>
        </p:nvSpPr>
        <p:spPr>
          <a:xfrm>
            <a:off x="13462000" y="342900"/>
            <a:ext cx="12700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en-US" altLang="ko-KR" sz="1300" smtClean="0">
                <a:solidFill>
                  <a:srgbClr val="00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300" smtClean="0">
                <a:solidFill>
                  <a:srgbClr val="000000"/>
                </a:solidFill>
                <a:latin typeface="맑은 고딕" panose="020B0503020000020004" pitchFamily="50" charset="-127"/>
              </a:rPr>
              <a:t>개월 </a:t>
            </a:r>
            <a:r>
              <a:rPr lang="en-US" altLang="ko-KR" sz="1300" smtClean="0">
                <a:solidFill>
                  <a:srgbClr val="000000"/>
                </a:solidFill>
                <a:latin typeface="맑은 고딕" panose="020B0503020000020004" pitchFamily="50" charset="-127"/>
              </a:rPr>
              <a:t>(5</a:t>
            </a:r>
            <a:r>
              <a:rPr lang="ko-KR" altLang="en-US" sz="1300" smtClean="0">
                <a:solidFill>
                  <a:srgbClr val="000000"/>
                </a:solidFill>
                <a:latin typeface="맑은 고딕" panose="020B0503020000020004" pitchFamily="50" charset="-127"/>
              </a:rPr>
              <a:t>월</a:t>
            </a:r>
            <a:r>
              <a:rPr lang="en-US" altLang="ko-KR" sz="1300" smtClean="0">
                <a:solidFill>
                  <a:srgbClr val="000000"/>
                </a:solidFill>
                <a:latin typeface="맑은 고딕" panose="020B0503020000020004" pitchFamily="50" charset="-127"/>
              </a:rPr>
              <a:t>)</a:t>
            </a:r>
            <a:endParaRPr lang="ko-KR" altLang="en-US" sz="13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12877800" y="736600"/>
            <a:ext cx="457200" cy="152400"/>
          </a:xfrm>
          <a:prstGeom prst="rect">
            <a:avLst/>
          </a:prstGeom>
          <a:solidFill>
            <a:srgbClr val="CAAA5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4" name="TextBox 53"/>
          <p:cNvSpPr txBox="1"/>
          <p:nvPr/>
        </p:nvSpPr>
        <p:spPr>
          <a:xfrm>
            <a:off x="13462000" y="673100"/>
            <a:ext cx="1143000" cy="279400"/>
          </a:xfrm>
          <a:prstGeom prst="rect">
            <a:avLst/>
          </a:prstGeom>
          <a:noFill/>
        </p:spPr>
        <p:txBody>
          <a:bodyPr vert="horz" wrap="none" lIns="0" tIns="0" rIns="0" bIns="0" rtlCol="0">
            <a:noAutofit/>
          </a:bodyPr>
          <a:lstStyle/>
          <a:p>
            <a:r>
              <a:rPr lang="ko-KR" altLang="en-US" sz="1300" smtClean="0">
                <a:solidFill>
                  <a:srgbClr val="000000"/>
                </a:solidFill>
                <a:latin typeface="맑은 고딕" panose="020B0503020000020004" pitchFamily="50" charset="-127"/>
              </a:rPr>
              <a:t>연초이후</a:t>
            </a:r>
            <a:endParaRPr lang="ko-KR" altLang="en-US" sz="1300">
              <a:solidFill>
                <a:srgbClr val="000000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15139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37</Words>
  <Application>Microsoft Office PowerPoint</Application>
  <PresentationFormat>사용자 지정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kcgi</dc:creator>
  <cp:lastModifiedBy>kcgi</cp:lastModifiedBy>
  <cp:revision>1</cp:revision>
  <dcterms:created xsi:type="dcterms:W3CDTF">2026-06-01T23:38:10Z</dcterms:created>
  <dcterms:modified xsi:type="dcterms:W3CDTF">2026-06-01T23:38:10Z</dcterms:modified>
</cp:coreProperties>
</file>