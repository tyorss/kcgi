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240000" cy="4953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6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05000" y="810595"/>
            <a:ext cx="11430000" cy="1724378"/>
          </a:xfrm>
        </p:spPr>
        <p:txBody>
          <a:bodyPr anchor="b"/>
          <a:lstStyle>
            <a:lvl1pPr algn="ctr">
              <a:defRPr sz="4333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05000" y="2601472"/>
            <a:ext cx="11430000" cy="1195828"/>
          </a:xfrm>
        </p:spPr>
        <p:txBody>
          <a:bodyPr/>
          <a:lstStyle>
            <a:lvl1pPr marL="0" indent="0" algn="ctr">
              <a:buNone/>
              <a:defRPr sz="1733"/>
            </a:lvl1pPr>
            <a:lvl2pPr marL="330190" indent="0" algn="ctr">
              <a:buNone/>
              <a:defRPr sz="1444"/>
            </a:lvl2pPr>
            <a:lvl3pPr marL="660380" indent="0" algn="ctr">
              <a:buNone/>
              <a:defRPr sz="1300"/>
            </a:lvl3pPr>
            <a:lvl4pPr marL="990570" indent="0" algn="ctr">
              <a:buNone/>
              <a:defRPr sz="1156"/>
            </a:lvl4pPr>
            <a:lvl5pPr marL="1320759" indent="0" algn="ctr">
              <a:buNone/>
              <a:defRPr sz="1156"/>
            </a:lvl5pPr>
            <a:lvl6pPr marL="1650949" indent="0" algn="ctr">
              <a:buNone/>
              <a:defRPr sz="1156"/>
            </a:lvl6pPr>
            <a:lvl7pPr marL="1981139" indent="0" algn="ctr">
              <a:buNone/>
              <a:defRPr sz="1156"/>
            </a:lvl7pPr>
            <a:lvl8pPr marL="2311329" indent="0" algn="ctr">
              <a:buNone/>
              <a:defRPr sz="1156"/>
            </a:lvl8pPr>
            <a:lvl9pPr marL="2641519" indent="0" algn="ctr">
              <a:buNone/>
              <a:defRPr sz="1156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90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8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39813" y="1234812"/>
            <a:ext cx="13144500" cy="206031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39813" y="3314613"/>
            <a:ext cx="13144500" cy="1083468"/>
          </a:xfrm>
        </p:spPr>
        <p:txBody>
          <a:bodyPr/>
          <a:lstStyle>
            <a:lvl1pPr marL="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1pPr>
            <a:lvl2pPr marL="330190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2pPr>
            <a:lvl3pPr marL="6603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990570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4pPr>
            <a:lvl5pPr marL="132075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5pPr>
            <a:lvl6pPr marL="165094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6pPr>
            <a:lvl7pPr marL="198113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7pPr>
            <a:lvl8pPr marL="231132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8pPr>
            <a:lvl9pPr marL="2641519" indent="0">
              <a:buNone/>
              <a:defRPr sz="11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37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47750" y="1318507"/>
            <a:ext cx="6477000" cy="314263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715250" y="1318507"/>
            <a:ext cx="6477000" cy="314263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89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5" y="263703"/>
            <a:ext cx="13144500" cy="95735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9736" y="1214173"/>
            <a:ext cx="6447234" cy="595048"/>
          </a:xfrm>
        </p:spPr>
        <p:txBody>
          <a:bodyPr anchor="b"/>
          <a:lstStyle>
            <a:lvl1pPr marL="0" indent="0">
              <a:buNone/>
              <a:defRPr sz="1733" b="1"/>
            </a:lvl1pPr>
            <a:lvl2pPr marL="330190" indent="0">
              <a:buNone/>
              <a:defRPr sz="1444" b="1"/>
            </a:lvl2pPr>
            <a:lvl3pPr marL="660380" indent="0">
              <a:buNone/>
              <a:defRPr sz="1300" b="1"/>
            </a:lvl3pPr>
            <a:lvl4pPr marL="990570" indent="0">
              <a:buNone/>
              <a:defRPr sz="1156" b="1"/>
            </a:lvl4pPr>
            <a:lvl5pPr marL="1320759" indent="0">
              <a:buNone/>
              <a:defRPr sz="1156" b="1"/>
            </a:lvl5pPr>
            <a:lvl6pPr marL="1650949" indent="0">
              <a:buNone/>
              <a:defRPr sz="1156" b="1"/>
            </a:lvl6pPr>
            <a:lvl7pPr marL="1981139" indent="0">
              <a:buNone/>
              <a:defRPr sz="1156" b="1"/>
            </a:lvl7pPr>
            <a:lvl8pPr marL="2311329" indent="0">
              <a:buNone/>
              <a:defRPr sz="1156" b="1"/>
            </a:lvl8pPr>
            <a:lvl9pPr marL="2641519" indent="0">
              <a:buNone/>
              <a:defRPr sz="1156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49736" y="1809221"/>
            <a:ext cx="6447234" cy="26610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715251" y="1214173"/>
            <a:ext cx="6478985" cy="595048"/>
          </a:xfrm>
        </p:spPr>
        <p:txBody>
          <a:bodyPr anchor="b"/>
          <a:lstStyle>
            <a:lvl1pPr marL="0" indent="0">
              <a:buNone/>
              <a:defRPr sz="1733" b="1"/>
            </a:lvl1pPr>
            <a:lvl2pPr marL="330190" indent="0">
              <a:buNone/>
              <a:defRPr sz="1444" b="1"/>
            </a:lvl2pPr>
            <a:lvl3pPr marL="660380" indent="0">
              <a:buNone/>
              <a:defRPr sz="1300" b="1"/>
            </a:lvl3pPr>
            <a:lvl4pPr marL="990570" indent="0">
              <a:buNone/>
              <a:defRPr sz="1156" b="1"/>
            </a:lvl4pPr>
            <a:lvl5pPr marL="1320759" indent="0">
              <a:buNone/>
              <a:defRPr sz="1156" b="1"/>
            </a:lvl5pPr>
            <a:lvl6pPr marL="1650949" indent="0">
              <a:buNone/>
              <a:defRPr sz="1156" b="1"/>
            </a:lvl6pPr>
            <a:lvl7pPr marL="1981139" indent="0">
              <a:buNone/>
              <a:defRPr sz="1156" b="1"/>
            </a:lvl7pPr>
            <a:lvl8pPr marL="2311329" indent="0">
              <a:buNone/>
              <a:defRPr sz="1156" b="1"/>
            </a:lvl8pPr>
            <a:lvl9pPr marL="2641519" indent="0">
              <a:buNone/>
              <a:defRPr sz="1156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715251" y="1809221"/>
            <a:ext cx="6478985" cy="26610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47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9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08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330200"/>
            <a:ext cx="4915296" cy="1155700"/>
          </a:xfrm>
        </p:spPr>
        <p:txBody>
          <a:bodyPr anchor="b"/>
          <a:lstStyle>
            <a:lvl1pPr>
              <a:defRPr sz="231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8985" y="713142"/>
            <a:ext cx="7715250" cy="3519840"/>
          </a:xfrm>
        </p:spPr>
        <p:txBody>
          <a:bodyPr/>
          <a:lstStyle>
            <a:lvl1pPr>
              <a:defRPr sz="2311"/>
            </a:lvl1pPr>
            <a:lvl2pPr>
              <a:defRPr sz="2022"/>
            </a:lvl2pPr>
            <a:lvl3pPr>
              <a:defRPr sz="1733"/>
            </a:lvl3pPr>
            <a:lvl4pPr>
              <a:defRPr sz="1444"/>
            </a:lvl4pPr>
            <a:lvl5pPr>
              <a:defRPr sz="1444"/>
            </a:lvl5pPr>
            <a:lvl6pPr>
              <a:defRPr sz="1444"/>
            </a:lvl6pPr>
            <a:lvl7pPr>
              <a:defRPr sz="1444"/>
            </a:lvl7pPr>
            <a:lvl8pPr>
              <a:defRPr sz="1444"/>
            </a:lvl8pPr>
            <a:lvl9pPr>
              <a:defRPr sz="1444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485900"/>
            <a:ext cx="4915296" cy="2752814"/>
          </a:xfrm>
        </p:spPr>
        <p:txBody>
          <a:bodyPr/>
          <a:lstStyle>
            <a:lvl1pPr marL="0" indent="0">
              <a:buNone/>
              <a:defRPr sz="1156"/>
            </a:lvl1pPr>
            <a:lvl2pPr marL="330190" indent="0">
              <a:buNone/>
              <a:defRPr sz="1011"/>
            </a:lvl2pPr>
            <a:lvl3pPr marL="660380" indent="0">
              <a:buNone/>
              <a:defRPr sz="867"/>
            </a:lvl3pPr>
            <a:lvl4pPr marL="990570" indent="0">
              <a:buNone/>
              <a:defRPr sz="722"/>
            </a:lvl4pPr>
            <a:lvl5pPr marL="1320759" indent="0">
              <a:buNone/>
              <a:defRPr sz="722"/>
            </a:lvl5pPr>
            <a:lvl6pPr marL="1650949" indent="0">
              <a:buNone/>
              <a:defRPr sz="722"/>
            </a:lvl6pPr>
            <a:lvl7pPr marL="1981139" indent="0">
              <a:buNone/>
              <a:defRPr sz="722"/>
            </a:lvl7pPr>
            <a:lvl8pPr marL="2311329" indent="0">
              <a:buNone/>
              <a:defRPr sz="722"/>
            </a:lvl8pPr>
            <a:lvl9pPr marL="2641519" indent="0">
              <a:buNone/>
              <a:defRPr sz="72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25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330200"/>
            <a:ext cx="4915296" cy="1155700"/>
          </a:xfrm>
        </p:spPr>
        <p:txBody>
          <a:bodyPr anchor="b"/>
          <a:lstStyle>
            <a:lvl1pPr>
              <a:defRPr sz="231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478985" y="713142"/>
            <a:ext cx="7715250" cy="3519840"/>
          </a:xfrm>
        </p:spPr>
        <p:txBody>
          <a:bodyPr/>
          <a:lstStyle>
            <a:lvl1pPr marL="0" indent="0">
              <a:buNone/>
              <a:defRPr sz="2311"/>
            </a:lvl1pPr>
            <a:lvl2pPr marL="330190" indent="0">
              <a:buNone/>
              <a:defRPr sz="2022"/>
            </a:lvl2pPr>
            <a:lvl3pPr marL="660380" indent="0">
              <a:buNone/>
              <a:defRPr sz="1733"/>
            </a:lvl3pPr>
            <a:lvl4pPr marL="990570" indent="0">
              <a:buNone/>
              <a:defRPr sz="1444"/>
            </a:lvl4pPr>
            <a:lvl5pPr marL="1320759" indent="0">
              <a:buNone/>
              <a:defRPr sz="1444"/>
            </a:lvl5pPr>
            <a:lvl6pPr marL="1650949" indent="0">
              <a:buNone/>
              <a:defRPr sz="1444"/>
            </a:lvl6pPr>
            <a:lvl7pPr marL="1981139" indent="0">
              <a:buNone/>
              <a:defRPr sz="1444"/>
            </a:lvl7pPr>
            <a:lvl8pPr marL="2311329" indent="0">
              <a:buNone/>
              <a:defRPr sz="1444"/>
            </a:lvl8pPr>
            <a:lvl9pPr marL="2641519" indent="0">
              <a:buNone/>
              <a:defRPr sz="1444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485900"/>
            <a:ext cx="4915296" cy="2752814"/>
          </a:xfrm>
        </p:spPr>
        <p:txBody>
          <a:bodyPr/>
          <a:lstStyle>
            <a:lvl1pPr marL="0" indent="0">
              <a:buNone/>
              <a:defRPr sz="1156"/>
            </a:lvl1pPr>
            <a:lvl2pPr marL="330190" indent="0">
              <a:buNone/>
              <a:defRPr sz="1011"/>
            </a:lvl2pPr>
            <a:lvl3pPr marL="660380" indent="0">
              <a:buNone/>
              <a:defRPr sz="867"/>
            </a:lvl3pPr>
            <a:lvl4pPr marL="990570" indent="0">
              <a:buNone/>
              <a:defRPr sz="722"/>
            </a:lvl4pPr>
            <a:lvl5pPr marL="1320759" indent="0">
              <a:buNone/>
              <a:defRPr sz="722"/>
            </a:lvl5pPr>
            <a:lvl6pPr marL="1650949" indent="0">
              <a:buNone/>
              <a:defRPr sz="722"/>
            </a:lvl6pPr>
            <a:lvl7pPr marL="1981139" indent="0">
              <a:buNone/>
              <a:defRPr sz="722"/>
            </a:lvl7pPr>
            <a:lvl8pPr marL="2311329" indent="0">
              <a:buNone/>
              <a:defRPr sz="722"/>
            </a:lvl8pPr>
            <a:lvl9pPr marL="2641519" indent="0">
              <a:buNone/>
              <a:defRPr sz="72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27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7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906126" y="263701"/>
            <a:ext cx="3286125" cy="4197439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47751" y="263701"/>
            <a:ext cx="9667875" cy="4197439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3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47750" y="263703"/>
            <a:ext cx="13144500" cy="957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7750" y="1318507"/>
            <a:ext cx="13144500" cy="314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47750" y="4590699"/>
            <a:ext cx="34290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B1DC3-D3C0-4E00-B611-1C04D8A49C1B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048250" y="4590699"/>
            <a:ext cx="51435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63250" y="4590699"/>
            <a:ext cx="3429000" cy="263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C99E-4A09-47CA-B18A-238FE63544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57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60380" rtl="0" eaLnBrk="1" latinLnBrk="1" hangingPunct="1">
        <a:lnSpc>
          <a:spcPct val="90000"/>
        </a:lnSpc>
        <a:spcBef>
          <a:spcPct val="0"/>
        </a:spcBef>
        <a:buNone/>
        <a:defRPr sz="31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5095" indent="-165095" algn="l" defTabSz="660380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2pPr>
      <a:lvl3pPr marL="825475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444" kern="1200">
          <a:solidFill>
            <a:schemeClr val="tx1"/>
          </a:solidFill>
          <a:latin typeface="+mn-lt"/>
          <a:ea typeface="+mn-ea"/>
          <a:cs typeface="+mn-cs"/>
        </a:defRPr>
      </a:lvl3pPr>
      <a:lvl4pPr marL="115566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48585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1604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4623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7642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806614" indent="-165095" algn="l" defTabSz="660380" rtl="0" eaLnBrk="1" latinLnBrk="1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0190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0380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90570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759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50949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139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11329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41519" algn="l" defTabSz="660380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35200" y="292100"/>
            <a:ext cx="482600" cy="1524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8067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미국 성장주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216400" y="292100"/>
            <a:ext cx="482600" cy="152400"/>
          </a:xfrm>
          <a:prstGeom prst="rect">
            <a:avLst/>
          </a:prstGeom>
          <a:solidFill>
            <a:srgbClr val="4A49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7879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미국 배당주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97600" y="292100"/>
            <a:ext cx="482600" cy="1524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7691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중국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454900" y="292100"/>
            <a:ext cx="482600" cy="152400"/>
          </a:xfrm>
          <a:prstGeom prst="rect">
            <a:avLst/>
          </a:prstGeom>
          <a:solidFill>
            <a:srgbClr val="896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0264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일본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712200" y="292100"/>
            <a:ext cx="482600" cy="152400"/>
          </a:xfrm>
          <a:prstGeom prst="rect">
            <a:avLst/>
          </a:prstGeom>
          <a:solidFill>
            <a:srgbClr val="5C6A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2837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한국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969500" y="292100"/>
            <a:ext cx="482600" cy="152400"/>
          </a:xfrm>
          <a:prstGeom prst="rect">
            <a:avLst/>
          </a:prstGeom>
          <a:solidFill>
            <a:srgbClr val="2D286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5410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미국 단기채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950700" y="292100"/>
            <a:ext cx="482600" cy="152400"/>
          </a:xfrm>
          <a:prstGeom prst="rect">
            <a:avLst/>
          </a:prstGeom>
          <a:solidFill>
            <a:srgbClr val="C6D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2522200" y="228600"/>
            <a:ext cx="1473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500" smtClean="0">
                <a:solidFill>
                  <a:srgbClr val="191919"/>
                </a:solidFill>
                <a:latin typeface="맑은 고딕" panose="020B0503020000020004" pitchFamily="50" charset="-127"/>
              </a:rPr>
              <a:t>한국 단기채</a:t>
            </a:r>
            <a:endParaRPr lang="ko-KR" altLang="en-US" sz="1500">
              <a:solidFill>
                <a:srgbClr val="19191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1193800"/>
            <a:ext cx="12446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50</a:t>
            </a:r>
            <a:r>
              <a:rPr lang="ko-KR" altLang="en-US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대</a:t>
            </a:r>
            <a:endParaRPr lang="ko-KR" altLang="en-US" sz="19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22400" y="990600"/>
            <a:ext cx="2363064" cy="736600"/>
          </a:xfrm>
          <a:prstGeom prst="rect">
            <a:avLst/>
          </a:prstGeom>
          <a:solidFill>
            <a:srgbClr val="1B187E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18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785464" y="990600"/>
            <a:ext cx="1945284" cy="736600"/>
          </a:xfrm>
          <a:prstGeom prst="rect">
            <a:avLst/>
          </a:prstGeom>
          <a:solidFill>
            <a:srgbClr val="4A49D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15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730748" y="990600"/>
            <a:ext cx="718058" cy="736600"/>
          </a:xfrm>
          <a:prstGeom prst="rect">
            <a:avLst/>
          </a:prstGeom>
          <a:solidFill>
            <a:srgbClr val="CAAA5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448806" y="990600"/>
            <a:ext cx="156668" cy="736600"/>
          </a:xfrm>
          <a:prstGeom prst="rect">
            <a:avLst/>
          </a:prstGeom>
          <a:solidFill>
            <a:srgbClr val="896F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0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605474" y="990600"/>
            <a:ext cx="770280" cy="736600"/>
          </a:xfrm>
          <a:prstGeom prst="rect">
            <a:avLst/>
          </a:prstGeom>
          <a:solidFill>
            <a:srgbClr val="5C6A84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375754" y="990600"/>
            <a:ext cx="1070559" cy="736600"/>
          </a:xfrm>
          <a:prstGeom prst="rect">
            <a:avLst/>
          </a:prstGeom>
          <a:solidFill>
            <a:srgbClr val="2D286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446313" y="990600"/>
            <a:ext cx="6031687" cy="736600"/>
          </a:xfrm>
          <a:prstGeom prst="rect">
            <a:avLst/>
          </a:prstGeom>
          <a:solidFill>
            <a:srgbClr val="C6D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46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0" y="2133600"/>
            <a:ext cx="12446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대</a:t>
            </a:r>
            <a:endParaRPr lang="ko-KR" altLang="en-US" sz="19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422400" y="1930400"/>
            <a:ext cx="3355289" cy="736600"/>
          </a:xfrm>
          <a:prstGeom prst="rect">
            <a:avLst/>
          </a:prstGeom>
          <a:solidFill>
            <a:srgbClr val="1B187E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26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777689" y="1930400"/>
            <a:ext cx="2624176" cy="736600"/>
          </a:xfrm>
          <a:prstGeom prst="rect">
            <a:avLst/>
          </a:prstGeom>
          <a:solidFill>
            <a:srgbClr val="4A49D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20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401864" y="1930400"/>
            <a:ext cx="1083615" cy="736600"/>
          </a:xfrm>
          <a:prstGeom prst="rect">
            <a:avLst/>
          </a:prstGeom>
          <a:solidFill>
            <a:srgbClr val="CAAA5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485480" y="1930400"/>
            <a:ext cx="456945" cy="736600"/>
          </a:xfrm>
          <a:prstGeom prst="rect">
            <a:avLst/>
          </a:prstGeom>
          <a:solidFill>
            <a:srgbClr val="896F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942425" y="1930400"/>
            <a:ext cx="1227227" cy="736600"/>
          </a:xfrm>
          <a:prstGeom prst="rect">
            <a:avLst/>
          </a:prstGeom>
          <a:solidFill>
            <a:srgbClr val="5C6A84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9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0169652" y="1930400"/>
            <a:ext cx="1488339" cy="736600"/>
          </a:xfrm>
          <a:prstGeom prst="rect">
            <a:avLst/>
          </a:prstGeom>
          <a:solidFill>
            <a:srgbClr val="2D286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11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1657991" y="1930400"/>
            <a:ext cx="2820009" cy="736600"/>
          </a:xfrm>
          <a:prstGeom prst="rect">
            <a:avLst/>
          </a:prstGeom>
          <a:solidFill>
            <a:srgbClr val="C6D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22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0" y="3073400"/>
            <a:ext cx="12446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20~30</a:t>
            </a:r>
            <a:r>
              <a:rPr lang="ko-KR" altLang="en-US" sz="1900" smtClean="0">
                <a:solidFill>
                  <a:srgbClr val="5A5A5A"/>
                </a:solidFill>
                <a:latin typeface="맑은 고딕" panose="020B0503020000020004" pitchFamily="50" charset="-127"/>
              </a:rPr>
              <a:t>대</a:t>
            </a:r>
            <a:endParaRPr lang="ko-KR" altLang="en-US" sz="19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422400" y="2870200"/>
            <a:ext cx="3873640" cy="736600"/>
          </a:xfrm>
          <a:prstGeom prst="rect">
            <a:avLst/>
          </a:prstGeom>
          <a:solidFill>
            <a:srgbClr val="1B187E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30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296040" y="2870200"/>
            <a:ext cx="2960660" cy="736600"/>
          </a:xfrm>
          <a:prstGeom prst="rect">
            <a:avLst/>
          </a:prstGeom>
          <a:solidFill>
            <a:srgbClr val="4A49D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23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8256700" y="2870200"/>
            <a:ext cx="1291213" cy="736600"/>
          </a:xfrm>
          <a:prstGeom prst="rect">
            <a:avLst/>
          </a:prstGeom>
          <a:solidFill>
            <a:srgbClr val="CAAA5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10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9547913" y="2870200"/>
            <a:ext cx="652128" cy="736600"/>
          </a:xfrm>
          <a:prstGeom prst="rect">
            <a:avLst/>
          </a:prstGeom>
          <a:solidFill>
            <a:srgbClr val="896F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0200041" y="2870200"/>
            <a:ext cx="1539022" cy="736600"/>
          </a:xfrm>
          <a:prstGeom prst="rect">
            <a:avLst/>
          </a:prstGeom>
          <a:solidFill>
            <a:srgbClr val="5C6A84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12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1739063" y="2870200"/>
            <a:ext cx="1747703" cy="736600"/>
          </a:xfrm>
          <a:prstGeom prst="rect">
            <a:avLst/>
          </a:prstGeom>
          <a:solidFill>
            <a:srgbClr val="2D286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13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3486766" y="2870200"/>
            <a:ext cx="991234" cy="736600"/>
          </a:xfrm>
          <a:prstGeom prst="rect">
            <a:avLst/>
          </a:prstGeom>
          <a:solidFill>
            <a:srgbClr val="C6D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1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>
            <a:off x="1422400" y="3784600"/>
            <a:ext cx="1305560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142240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9380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403352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0492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20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664464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1604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40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925576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2716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60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1186688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63828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80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14478000" y="3784600"/>
            <a:ext cx="0" cy="10160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4249400" y="3911600"/>
            <a:ext cx="4572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400" smtClean="0">
                <a:solidFill>
                  <a:srgbClr val="5F5F5F"/>
                </a:solidFill>
                <a:latin typeface="맑은 고딕" panose="020B0503020000020004" pitchFamily="50" charset="-127"/>
              </a:rPr>
              <a:t>100</a:t>
            </a:r>
            <a:endParaRPr lang="ko-KR" altLang="en-US" sz="1400">
              <a:solidFill>
                <a:srgbClr val="5F5F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94500" y="4318000"/>
            <a:ext cx="1651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ko-KR" altLang="en-US" sz="1500" smtClean="0">
                <a:solidFill>
                  <a:srgbClr val="878787"/>
                </a:solidFill>
                <a:latin typeface="맑은 고딕" panose="020B0503020000020004" pitchFamily="50" charset="-127"/>
              </a:rPr>
              <a:t>비중 </a:t>
            </a:r>
            <a:r>
              <a:rPr lang="en-US" altLang="ko-KR" sz="1500" smtClean="0">
                <a:solidFill>
                  <a:srgbClr val="878787"/>
                </a:solidFill>
                <a:latin typeface="맑은 고딕" panose="020B0503020000020004" pitchFamily="50" charset="-127"/>
              </a:rPr>
              <a:t>(%)</a:t>
            </a:r>
            <a:endParaRPr lang="ko-KR" altLang="en-US" sz="1500">
              <a:solidFill>
                <a:srgbClr val="87878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565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kcgi</dc:creator>
  <cp:lastModifiedBy>kcgi</cp:lastModifiedBy>
  <cp:revision>1</cp:revision>
  <dcterms:created xsi:type="dcterms:W3CDTF">2026-06-01T23:38:06Z</dcterms:created>
  <dcterms:modified xsi:type="dcterms:W3CDTF">2026-06-01T23:38:06Z</dcterms:modified>
</cp:coreProperties>
</file>