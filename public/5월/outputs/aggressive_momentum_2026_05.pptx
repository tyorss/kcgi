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5240000" cy="6223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72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905000" y="1018440"/>
            <a:ext cx="11430000" cy="2166526"/>
          </a:xfrm>
        </p:spPr>
        <p:txBody>
          <a:bodyPr anchor="b"/>
          <a:lstStyle>
            <a:lvl1pPr algn="ctr">
              <a:defRPr sz="544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905000" y="3268516"/>
            <a:ext cx="11430000" cy="1502451"/>
          </a:xfrm>
        </p:spPr>
        <p:txBody>
          <a:bodyPr/>
          <a:lstStyle>
            <a:lvl1pPr marL="0" indent="0" algn="ctr">
              <a:buNone/>
              <a:defRPr sz="2178"/>
            </a:lvl1pPr>
            <a:lvl2pPr marL="414863" indent="0" algn="ctr">
              <a:buNone/>
              <a:defRPr sz="1815"/>
            </a:lvl2pPr>
            <a:lvl3pPr marL="829727" indent="0" algn="ctr">
              <a:buNone/>
              <a:defRPr sz="1633"/>
            </a:lvl3pPr>
            <a:lvl4pPr marL="1244590" indent="0" algn="ctr">
              <a:buNone/>
              <a:defRPr sz="1452"/>
            </a:lvl4pPr>
            <a:lvl5pPr marL="1659453" indent="0" algn="ctr">
              <a:buNone/>
              <a:defRPr sz="1452"/>
            </a:lvl5pPr>
            <a:lvl6pPr marL="2074316" indent="0" algn="ctr">
              <a:buNone/>
              <a:defRPr sz="1452"/>
            </a:lvl6pPr>
            <a:lvl7pPr marL="2489180" indent="0" algn="ctr">
              <a:buNone/>
              <a:defRPr sz="1452"/>
            </a:lvl7pPr>
            <a:lvl8pPr marL="2904043" indent="0" algn="ctr">
              <a:buNone/>
              <a:defRPr sz="1452"/>
            </a:lvl8pPr>
            <a:lvl9pPr marL="3318906" indent="0" algn="ctr">
              <a:buNone/>
              <a:defRPr sz="1452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E8F13-DF94-4732-AD85-A19CBFE4A476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1B0CD-2AC2-4BF5-AFBF-EB1390AE00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155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E8F13-DF94-4732-AD85-A19CBFE4A476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1B0CD-2AC2-4BF5-AFBF-EB1390AE00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8737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39813" y="1551430"/>
            <a:ext cx="13144500" cy="2588595"/>
          </a:xfrm>
        </p:spPr>
        <p:txBody>
          <a:bodyPr anchor="b"/>
          <a:lstStyle>
            <a:lvl1pPr>
              <a:defRPr sz="544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39813" y="4164514"/>
            <a:ext cx="13144500" cy="1361281"/>
          </a:xfrm>
        </p:spPr>
        <p:txBody>
          <a:bodyPr/>
          <a:lstStyle>
            <a:lvl1pPr marL="0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1pPr>
            <a:lvl2pPr marL="414863" indent="0">
              <a:buNone/>
              <a:defRPr sz="1815">
                <a:solidFill>
                  <a:schemeClr val="tx1">
                    <a:tint val="75000"/>
                  </a:schemeClr>
                </a:solidFill>
              </a:defRPr>
            </a:lvl2pPr>
            <a:lvl3pPr marL="829727" indent="0">
              <a:buNone/>
              <a:defRPr sz="1633">
                <a:solidFill>
                  <a:schemeClr val="tx1">
                    <a:tint val="75000"/>
                  </a:schemeClr>
                </a:solidFill>
              </a:defRPr>
            </a:lvl3pPr>
            <a:lvl4pPr marL="1244590" indent="0">
              <a:buNone/>
              <a:defRPr sz="1452">
                <a:solidFill>
                  <a:schemeClr val="tx1">
                    <a:tint val="75000"/>
                  </a:schemeClr>
                </a:solidFill>
              </a:defRPr>
            </a:lvl4pPr>
            <a:lvl5pPr marL="1659453" indent="0">
              <a:buNone/>
              <a:defRPr sz="1452">
                <a:solidFill>
                  <a:schemeClr val="tx1">
                    <a:tint val="75000"/>
                  </a:schemeClr>
                </a:solidFill>
              </a:defRPr>
            </a:lvl5pPr>
            <a:lvl6pPr marL="2074316" indent="0">
              <a:buNone/>
              <a:defRPr sz="1452">
                <a:solidFill>
                  <a:schemeClr val="tx1">
                    <a:tint val="75000"/>
                  </a:schemeClr>
                </a:solidFill>
              </a:defRPr>
            </a:lvl6pPr>
            <a:lvl7pPr marL="2489180" indent="0">
              <a:buNone/>
              <a:defRPr sz="1452">
                <a:solidFill>
                  <a:schemeClr val="tx1">
                    <a:tint val="75000"/>
                  </a:schemeClr>
                </a:solidFill>
              </a:defRPr>
            </a:lvl7pPr>
            <a:lvl8pPr marL="2904043" indent="0">
              <a:buNone/>
              <a:defRPr sz="1452">
                <a:solidFill>
                  <a:schemeClr val="tx1">
                    <a:tint val="75000"/>
                  </a:schemeClr>
                </a:solidFill>
              </a:defRPr>
            </a:lvl8pPr>
            <a:lvl9pPr marL="3318906" indent="0">
              <a:buNone/>
              <a:defRPr sz="145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E8F13-DF94-4732-AD85-A19CBFE4A476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1B0CD-2AC2-4BF5-AFBF-EB1390AE00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655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47750" y="1656586"/>
            <a:ext cx="6477000" cy="394843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7715250" y="1656586"/>
            <a:ext cx="6477000" cy="394843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E8F13-DF94-4732-AD85-A19CBFE4A476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1B0CD-2AC2-4BF5-AFBF-EB1390AE00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78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49735" y="331318"/>
            <a:ext cx="13144500" cy="120282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49736" y="1525500"/>
            <a:ext cx="6447234" cy="747624"/>
          </a:xfrm>
        </p:spPr>
        <p:txBody>
          <a:bodyPr anchor="b"/>
          <a:lstStyle>
            <a:lvl1pPr marL="0" indent="0">
              <a:buNone/>
              <a:defRPr sz="2178" b="1"/>
            </a:lvl1pPr>
            <a:lvl2pPr marL="414863" indent="0">
              <a:buNone/>
              <a:defRPr sz="1815" b="1"/>
            </a:lvl2pPr>
            <a:lvl3pPr marL="829727" indent="0">
              <a:buNone/>
              <a:defRPr sz="1633" b="1"/>
            </a:lvl3pPr>
            <a:lvl4pPr marL="1244590" indent="0">
              <a:buNone/>
              <a:defRPr sz="1452" b="1"/>
            </a:lvl4pPr>
            <a:lvl5pPr marL="1659453" indent="0">
              <a:buNone/>
              <a:defRPr sz="1452" b="1"/>
            </a:lvl5pPr>
            <a:lvl6pPr marL="2074316" indent="0">
              <a:buNone/>
              <a:defRPr sz="1452" b="1"/>
            </a:lvl6pPr>
            <a:lvl7pPr marL="2489180" indent="0">
              <a:buNone/>
              <a:defRPr sz="1452" b="1"/>
            </a:lvl7pPr>
            <a:lvl8pPr marL="2904043" indent="0">
              <a:buNone/>
              <a:defRPr sz="1452" b="1"/>
            </a:lvl8pPr>
            <a:lvl9pPr marL="3318906" indent="0">
              <a:buNone/>
              <a:defRPr sz="1452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049736" y="2273124"/>
            <a:ext cx="6447234" cy="334342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7715251" y="1525500"/>
            <a:ext cx="6478985" cy="747624"/>
          </a:xfrm>
        </p:spPr>
        <p:txBody>
          <a:bodyPr anchor="b"/>
          <a:lstStyle>
            <a:lvl1pPr marL="0" indent="0">
              <a:buNone/>
              <a:defRPr sz="2178" b="1"/>
            </a:lvl1pPr>
            <a:lvl2pPr marL="414863" indent="0">
              <a:buNone/>
              <a:defRPr sz="1815" b="1"/>
            </a:lvl2pPr>
            <a:lvl3pPr marL="829727" indent="0">
              <a:buNone/>
              <a:defRPr sz="1633" b="1"/>
            </a:lvl3pPr>
            <a:lvl4pPr marL="1244590" indent="0">
              <a:buNone/>
              <a:defRPr sz="1452" b="1"/>
            </a:lvl4pPr>
            <a:lvl5pPr marL="1659453" indent="0">
              <a:buNone/>
              <a:defRPr sz="1452" b="1"/>
            </a:lvl5pPr>
            <a:lvl6pPr marL="2074316" indent="0">
              <a:buNone/>
              <a:defRPr sz="1452" b="1"/>
            </a:lvl6pPr>
            <a:lvl7pPr marL="2489180" indent="0">
              <a:buNone/>
              <a:defRPr sz="1452" b="1"/>
            </a:lvl7pPr>
            <a:lvl8pPr marL="2904043" indent="0">
              <a:buNone/>
              <a:defRPr sz="1452" b="1"/>
            </a:lvl8pPr>
            <a:lvl9pPr marL="3318906" indent="0">
              <a:buNone/>
              <a:defRPr sz="1452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7715251" y="2273124"/>
            <a:ext cx="6478985" cy="334342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E8F13-DF94-4732-AD85-A19CBFE4A476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1B0CD-2AC2-4BF5-AFBF-EB1390AE00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322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E8F13-DF94-4732-AD85-A19CBFE4A476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1B0CD-2AC2-4BF5-AFBF-EB1390AE00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5795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E8F13-DF94-4732-AD85-A19CBFE4A476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1B0CD-2AC2-4BF5-AFBF-EB1390AE00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546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49736" y="414867"/>
            <a:ext cx="4915296" cy="1452033"/>
          </a:xfrm>
        </p:spPr>
        <p:txBody>
          <a:bodyPr anchor="b"/>
          <a:lstStyle>
            <a:lvl1pPr>
              <a:defRPr sz="290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78985" y="895998"/>
            <a:ext cx="7715250" cy="4422363"/>
          </a:xfrm>
        </p:spPr>
        <p:txBody>
          <a:bodyPr/>
          <a:lstStyle>
            <a:lvl1pPr>
              <a:defRPr sz="2904"/>
            </a:lvl1pPr>
            <a:lvl2pPr>
              <a:defRPr sz="2541"/>
            </a:lvl2pPr>
            <a:lvl3pPr>
              <a:defRPr sz="2178"/>
            </a:lvl3pPr>
            <a:lvl4pPr>
              <a:defRPr sz="1815"/>
            </a:lvl4pPr>
            <a:lvl5pPr>
              <a:defRPr sz="1815"/>
            </a:lvl5pPr>
            <a:lvl6pPr>
              <a:defRPr sz="1815"/>
            </a:lvl6pPr>
            <a:lvl7pPr>
              <a:defRPr sz="1815"/>
            </a:lvl7pPr>
            <a:lvl8pPr>
              <a:defRPr sz="1815"/>
            </a:lvl8pPr>
            <a:lvl9pPr>
              <a:defRPr sz="1815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049736" y="1866900"/>
            <a:ext cx="4915296" cy="3458663"/>
          </a:xfrm>
        </p:spPr>
        <p:txBody>
          <a:bodyPr/>
          <a:lstStyle>
            <a:lvl1pPr marL="0" indent="0">
              <a:buNone/>
              <a:defRPr sz="1452"/>
            </a:lvl1pPr>
            <a:lvl2pPr marL="414863" indent="0">
              <a:buNone/>
              <a:defRPr sz="1270"/>
            </a:lvl2pPr>
            <a:lvl3pPr marL="829727" indent="0">
              <a:buNone/>
              <a:defRPr sz="1089"/>
            </a:lvl3pPr>
            <a:lvl4pPr marL="1244590" indent="0">
              <a:buNone/>
              <a:defRPr sz="907"/>
            </a:lvl4pPr>
            <a:lvl5pPr marL="1659453" indent="0">
              <a:buNone/>
              <a:defRPr sz="907"/>
            </a:lvl5pPr>
            <a:lvl6pPr marL="2074316" indent="0">
              <a:buNone/>
              <a:defRPr sz="907"/>
            </a:lvl6pPr>
            <a:lvl7pPr marL="2489180" indent="0">
              <a:buNone/>
              <a:defRPr sz="907"/>
            </a:lvl7pPr>
            <a:lvl8pPr marL="2904043" indent="0">
              <a:buNone/>
              <a:defRPr sz="907"/>
            </a:lvl8pPr>
            <a:lvl9pPr marL="3318906" indent="0">
              <a:buNone/>
              <a:defRPr sz="907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E8F13-DF94-4732-AD85-A19CBFE4A476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1B0CD-2AC2-4BF5-AFBF-EB1390AE00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749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49736" y="414867"/>
            <a:ext cx="4915296" cy="1452033"/>
          </a:xfrm>
        </p:spPr>
        <p:txBody>
          <a:bodyPr anchor="b"/>
          <a:lstStyle>
            <a:lvl1pPr>
              <a:defRPr sz="290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6478985" y="895998"/>
            <a:ext cx="7715250" cy="4422363"/>
          </a:xfrm>
        </p:spPr>
        <p:txBody>
          <a:bodyPr/>
          <a:lstStyle>
            <a:lvl1pPr marL="0" indent="0">
              <a:buNone/>
              <a:defRPr sz="2904"/>
            </a:lvl1pPr>
            <a:lvl2pPr marL="414863" indent="0">
              <a:buNone/>
              <a:defRPr sz="2541"/>
            </a:lvl2pPr>
            <a:lvl3pPr marL="829727" indent="0">
              <a:buNone/>
              <a:defRPr sz="2178"/>
            </a:lvl3pPr>
            <a:lvl4pPr marL="1244590" indent="0">
              <a:buNone/>
              <a:defRPr sz="1815"/>
            </a:lvl4pPr>
            <a:lvl5pPr marL="1659453" indent="0">
              <a:buNone/>
              <a:defRPr sz="1815"/>
            </a:lvl5pPr>
            <a:lvl6pPr marL="2074316" indent="0">
              <a:buNone/>
              <a:defRPr sz="1815"/>
            </a:lvl6pPr>
            <a:lvl7pPr marL="2489180" indent="0">
              <a:buNone/>
              <a:defRPr sz="1815"/>
            </a:lvl7pPr>
            <a:lvl8pPr marL="2904043" indent="0">
              <a:buNone/>
              <a:defRPr sz="1815"/>
            </a:lvl8pPr>
            <a:lvl9pPr marL="3318906" indent="0">
              <a:buNone/>
              <a:defRPr sz="181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049736" y="1866900"/>
            <a:ext cx="4915296" cy="3458663"/>
          </a:xfrm>
        </p:spPr>
        <p:txBody>
          <a:bodyPr/>
          <a:lstStyle>
            <a:lvl1pPr marL="0" indent="0">
              <a:buNone/>
              <a:defRPr sz="1452"/>
            </a:lvl1pPr>
            <a:lvl2pPr marL="414863" indent="0">
              <a:buNone/>
              <a:defRPr sz="1270"/>
            </a:lvl2pPr>
            <a:lvl3pPr marL="829727" indent="0">
              <a:buNone/>
              <a:defRPr sz="1089"/>
            </a:lvl3pPr>
            <a:lvl4pPr marL="1244590" indent="0">
              <a:buNone/>
              <a:defRPr sz="907"/>
            </a:lvl4pPr>
            <a:lvl5pPr marL="1659453" indent="0">
              <a:buNone/>
              <a:defRPr sz="907"/>
            </a:lvl5pPr>
            <a:lvl6pPr marL="2074316" indent="0">
              <a:buNone/>
              <a:defRPr sz="907"/>
            </a:lvl6pPr>
            <a:lvl7pPr marL="2489180" indent="0">
              <a:buNone/>
              <a:defRPr sz="907"/>
            </a:lvl7pPr>
            <a:lvl8pPr marL="2904043" indent="0">
              <a:buNone/>
              <a:defRPr sz="907"/>
            </a:lvl8pPr>
            <a:lvl9pPr marL="3318906" indent="0">
              <a:buNone/>
              <a:defRPr sz="907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E8F13-DF94-4732-AD85-A19CBFE4A476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1B0CD-2AC2-4BF5-AFBF-EB1390AE00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079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E8F13-DF94-4732-AD85-A19CBFE4A476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1B0CD-2AC2-4BF5-AFBF-EB1390AE00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403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0906126" y="331317"/>
            <a:ext cx="3286125" cy="527370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47751" y="331317"/>
            <a:ext cx="9667875" cy="527370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E8F13-DF94-4732-AD85-A19CBFE4A476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1B0CD-2AC2-4BF5-AFBF-EB1390AE00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723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047750" y="331318"/>
            <a:ext cx="13144500" cy="1202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47750" y="1656586"/>
            <a:ext cx="13144500" cy="3948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047750" y="5767801"/>
            <a:ext cx="3429000" cy="3313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8E8F13-DF94-4732-AD85-A19CBFE4A476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5048250" y="5767801"/>
            <a:ext cx="5143500" cy="3313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0763250" y="5767801"/>
            <a:ext cx="3429000" cy="3313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1B0CD-2AC2-4BF5-AFBF-EB1390AE00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4557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829727" rtl="0" eaLnBrk="1" latinLnBrk="1" hangingPunct="1">
        <a:lnSpc>
          <a:spcPct val="90000"/>
        </a:lnSpc>
        <a:spcBef>
          <a:spcPct val="0"/>
        </a:spcBef>
        <a:buNone/>
        <a:defRPr sz="39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7432" indent="-207432" algn="l" defTabSz="829727" rtl="0" eaLnBrk="1" latinLnBrk="1" hangingPunct="1">
        <a:lnSpc>
          <a:spcPct val="90000"/>
        </a:lnSpc>
        <a:spcBef>
          <a:spcPts val="907"/>
        </a:spcBef>
        <a:buFont typeface="Arial" panose="020B0604020202020204" pitchFamily="34" charset="0"/>
        <a:buChar char="•"/>
        <a:defRPr sz="2541" kern="1200">
          <a:solidFill>
            <a:schemeClr val="tx1"/>
          </a:solidFill>
          <a:latin typeface="+mn-lt"/>
          <a:ea typeface="+mn-ea"/>
          <a:cs typeface="+mn-cs"/>
        </a:defRPr>
      </a:lvl1pPr>
      <a:lvl2pPr marL="622295" indent="-207432" algn="l" defTabSz="829727" rtl="0" eaLnBrk="1" latinLnBrk="1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2178" kern="1200">
          <a:solidFill>
            <a:schemeClr val="tx1"/>
          </a:solidFill>
          <a:latin typeface="+mn-lt"/>
          <a:ea typeface="+mn-ea"/>
          <a:cs typeface="+mn-cs"/>
        </a:defRPr>
      </a:lvl2pPr>
      <a:lvl3pPr marL="1037158" indent="-207432" algn="l" defTabSz="829727" rtl="0" eaLnBrk="1" latinLnBrk="1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815" kern="1200">
          <a:solidFill>
            <a:schemeClr val="tx1"/>
          </a:solidFill>
          <a:latin typeface="+mn-lt"/>
          <a:ea typeface="+mn-ea"/>
          <a:cs typeface="+mn-cs"/>
        </a:defRPr>
      </a:lvl3pPr>
      <a:lvl4pPr marL="1452021" indent="-207432" algn="l" defTabSz="829727" rtl="0" eaLnBrk="1" latinLnBrk="1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4pPr>
      <a:lvl5pPr marL="1866885" indent="-207432" algn="l" defTabSz="829727" rtl="0" eaLnBrk="1" latinLnBrk="1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5pPr>
      <a:lvl6pPr marL="2281748" indent="-207432" algn="l" defTabSz="829727" rtl="0" eaLnBrk="1" latinLnBrk="1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6pPr>
      <a:lvl7pPr marL="2696611" indent="-207432" algn="l" defTabSz="829727" rtl="0" eaLnBrk="1" latinLnBrk="1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7pPr>
      <a:lvl8pPr marL="3111475" indent="-207432" algn="l" defTabSz="829727" rtl="0" eaLnBrk="1" latinLnBrk="1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8pPr>
      <a:lvl9pPr marL="3526338" indent="-207432" algn="l" defTabSz="829727" rtl="0" eaLnBrk="1" latinLnBrk="1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29727" rtl="0" eaLnBrk="1" latinLnBrk="1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1pPr>
      <a:lvl2pPr marL="414863" algn="l" defTabSz="829727" rtl="0" eaLnBrk="1" latinLnBrk="1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2pPr>
      <a:lvl3pPr marL="829727" algn="l" defTabSz="829727" rtl="0" eaLnBrk="1" latinLnBrk="1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3pPr>
      <a:lvl4pPr marL="1244590" algn="l" defTabSz="829727" rtl="0" eaLnBrk="1" latinLnBrk="1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4pPr>
      <a:lvl5pPr marL="1659453" algn="l" defTabSz="829727" rtl="0" eaLnBrk="1" latinLnBrk="1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5pPr>
      <a:lvl6pPr marL="2074316" algn="l" defTabSz="829727" rtl="0" eaLnBrk="1" latinLnBrk="1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6pPr>
      <a:lvl7pPr marL="2489180" algn="l" defTabSz="829727" rtl="0" eaLnBrk="1" latinLnBrk="1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7pPr>
      <a:lvl8pPr marL="2904043" algn="l" defTabSz="829727" rtl="0" eaLnBrk="1" latinLnBrk="1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8pPr>
      <a:lvl9pPr marL="3318906" algn="l" defTabSz="829727" rtl="0" eaLnBrk="1" latinLnBrk="1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 28"/>
          <p:cNvSpPr/>
          <p:nvPr/>
        </p:nvSpPr>
        <p:spPr>
          <a:xfrm>
            <a:off x="1498600" y="809244"/>
            <a:ext cx="12979401" cy="4677157"/>
          </a:xfrm>
          <a:custGeom>
            <a:avLst/>
            <a:gdLst/>
            <a:ahLst/>
            <a:cxnLst/>
            <a:rect l="0" t="0" r="0" b="0"/>
            <a:pathLst>
              <a:path w="12979401" h="4677157">
                <a:moveTo>
                  <a:pt x="0" y="4677156"/>
                </a:moveTo>
                <a:lnTo>
                  <a:pt x="0" y="3818174"/>
                </a:lnTo>
                <a:lnTo>
                  <a:pt x="74686" y="3817332"/>
                </a:lnTo>
                <a:lnTo>
                  <a:pt x="157375" y="3785437"/>
                </a:lnTo>
                <a:lnTo>
                  <a:pt x="237396" y="3770637"/>
                </a:lnTo>
                <a:lnTo>
                  <a:pt x="320084" y="3752124"/>
                </a:lnTo>
                <a:lnTo>
                  <a:pt x="400105" y="3769851"/>
                </a:lnTo>
                <a:lnTo>
                  <a:pt x="482793" y="3705281"/>
                </a:lnTo>
                <a:lnTo>
                  <a:pt x="565481" y="3730225"/>
                </a:lnTo>
                <a:lnTo>
                  <a:pt x="645502" y="3666772"/>
                </a:lnTo>
                <a:lnTo>
                  <a:pt x="728191" y="3639534"/>
                </a:lnTo>
                <a:lnTo>
                  <a:pt x="808212" y="3604876"/>
                </a:lnTo>
                <a:lnTo>
                  <a:pt x="890900" y="3585165"/>
                </a:lnTo>
                <a:lnTo>
                  <a:pt x="973588" y="3580784"/>
                </a:lnTo>
                <a:lnTo>
                  <a:pt x="1048275" y="3511879"/>
                </a:lnTo>
                <a:lnTo>
                  <a:pt x="1130963" y="3545260"/>
                </a:lnTo>
                <a:lnTo>
                  <a:pt x="1210984" y="3570203"/>
                </a:lnTo>
                <a:lnTo>
                  <a:pt x="1293672" y="3548032"/>
                </a:lnTo>
                <a:lnTo>
                  <a:pt x="1373693" y="3519419"/>
                </a:lnTo>
                <a:lnTo>
                  <a:pt x="1456381" y="3550867"/>
                </a:lnTo>
                <a:lnTo>
                  <a:pt x="1539070" y="3503319"/>
                </a:lnTo>
                <a:lnTo>
                  <a:pt x="1619091" y="3529791"/>
                </a:lnTo>
                <a:lnTo>
                  <a:pt x="1701779" y="3495977"/>
                </a:lnTo>
                <a:lnTo>
                  <a:pt x="1781800" y="3459781"/>
                </a:lnTo>
                <a:lnTo>
                  <a:pt x="1864489" y="3450025"/>
                </a:lnTo>
                <a:lnTo>
                  <a:pt x="1947177" y="3452453"/>
                </a:lnTo>
                <a:lnTo>
                  <a:pt x="2021863" y="3402000"/>
                </a:lnTo>
                <a:lnTo>
                  <a:pt x="2104551" y="3394417"/>
                </a:lnTo>
                <a:lnTo>
                  <a:pt x="2184572" y="3397070"/>
                </a:lnTo>
                <a:lnTo>
                  <a:pt x="2267260" y="3362277"/>
                </a:lnTo>
                <a:lnTo>
                  <a:pt x="2347282" y="3384862"/>
                </a:lnTo>
                <a:lnTo>
                  <a:pt x="2429970" y="3371142"/>
                </a:lnTo>
                <a:lnTo>
                  <a:pt x="2512658" y="3450525"/>
                </a:lnTo>
                <a:lnTo>
                  <a:pt x="2592679" y="3469633"/>
                </a:lnTo>
                <a:lnTo>
                  <a:pt x="2675367" y="3468599"/>
                </a:lnTo>
                <a:lnTo>
                  <a:pt x="2755388" y="3455069"/>
                </a:lnTo>
                <a:lnTo>
                  <a:pt x="2838077" y="3473670"/>
                </a:lnTo>
                <a:lnTo>
                  <a:pt x="2920765" y="3499224"/>
                </a:lnTo>
                <a:lnTo>
                  <a:pt x="2998119" y="3491899"/>
                </a:lnTo>
                <a:lnTo>
                  <a:pt x="3080807" y="3471073"/>
                </a:lnTo>
                <a:lnTo>
                  <a:pt x="3160828" y="3470538"/>
                </a:lnTo>
                <a:lnTo>
                  <a:pt x="3243516" y="3478632"/>
                </a:lnTo>
                <a:lnTo>
                  <a:pt x="3323537" y="3434878"/>
                </a:lnTo>
                <a:lnTo>
                  <a:pt x="3406225" y="3386391"/>
                </a:lnTo>
                <a:lnTo>
                  <a:pt x="3488914" y="3393794"/>
                </a:lnTo>
                <a:lnTo>
                  <a:pt x="3568935" y="3378593"/>
                </a:lnTo>
                <a:lnTo>
                  <a:pt x="3651623" y="3414444"/>
                </a:lnTo>
                <a:lnTo>
                  <a:pt x="3731644" y="3394633"/>
                </a:lnTo>
                <a:lnTo>
                  <a:pt x="3814333" y="3397142"/>
                </a:lnTo>
                <a:lnTo>
                  <a:pt x="3897021" y="3354888"/>
                </a:lnTo>
                <a:lnTo>
                  <a:pt x="3971707" y="3334467"/>
                </a:lnTo>
                <a:lnTo>
                  <a:pt x="4054396" y="3320842"/>
                </a:lnTo>
                <a:lnTo>
                  <a:pt x="4134416" y="3300306"/>
                </a:lnTo>
                <a:lnTo>
                  <a:pt x="4217105" y="3258785"/>
                </a:lnTo>
                <a:lnTo>
                  <a:pt x="4297126" y="3265766"/>
                </a:lnTo>
                <a:lnTo>
                  <a:pt x="4379814" y="3217220"/>
                </a:lnTo>
                <a:lnTo>
                  <a:pt x="4462502" y="3176920"/>
                </a:lnTo>
                <a:lnTo>
                  <a:pt x="4542523" y="3138547"/>
                </a:lnTo>
                <a:lnTo>
                  <a:pt x="4625211" y="3088680"/>
                </a:lnTo>
                <a:lnTo>
                  <a:pt x="4705233" y="3067803"/>
                </a:lnTo>
                <a:lnTo>
                  <a:pt x="4787921" y="3055038"/>
                </a:lnTo>
                <a:lnTo>
                  <a:pt x="4870609" y="2945541"/>
                </a:lnTo>
                <a:lnTo>
                  <a:pt x="4945295" y="2998098"/>
                </a:lnTo>
                <a:lnTo>
                  <a:pt x="5027984" y="3032786"/>
                </a:lnTo>
                <a:lnTo>
                  <a:pt x="5108004" y="3058587"/>
                </a:lnTo>
                <a:lnTo>
                  <a:pt x="5190693" y="3000539"/>
                </a:lnTo>
                <a:lnTo>
                  <a:pt x="5270714" y="3022378"/>
                </a:lnTo>
                <a:lnTo>
                  <a:pt x="5353403" y="3011420"/>
                </a:lnTo>
                <a:lnTo>
                  <a:pt x="5436091" y="2954572"/>
                </a:lnTo>
                <a:lnTo>
                  <a:pt x="5516111" y="2953975"/>
                </a:lnTo>
                <a:lnTo>
                  <a:pt x="5598800" y="3127232"/>
                </a:lnTo>
                <a:lnTo>
                  <a:pt x="5678821" y="3103429"/>
                </a:lnTo>
                <a:lnTo>
                  <a:pt x="5761510" y="3177499"/>
                </a:lnTo>
                <a:lnTo>
                  <a:pt x="5844198" y="3180604"/>
                </a:lnTo>
                <a:lnTo>
                  <a:pt x="5918884" y="3182193"/>
                </a:lnTo>
                <a:lnTo>
                  <a:pt x="6001572" y="3183506"/>
                </a:lnTo>
                <a:lnTo>
                  <a:pt x="6081593" y="3163164"/>
                </a:lnTo>
                <a:lnTo>
                  <a:pt x="6164281" y="3250709"/>
                </a:lnTo>
                <a:lnTo>
                  <a:pt x="6244303" y="3191044"/>
                </a:lnTo>
                <a:lnTo>
                  <a:pt x="6326991" y="3170675"/>
                </a:lnTo>
                <a:lnTo>
                  <a:pt x="6409679" y="3146173"/>
                </a:lnTo>
                <a:lnTo>
                  <a:pt x="6489700" y="3146618"/>
                </a:lnTo>
                <a:lnTo>
                  <a:pt x="6572388" y="3127260"/>
                </a:lnTo>
                <a:lnTo>
                  <a:pt x="6652409" y="3082604"/>
                </a:lnTo>
                <a:lnTo>
                  <a:pt x="6735097" y="3051878"/>
                </a:lnTo>
                <a:lnTo>
                  <a:pt x="6817786" y="3028998"/>
                </a:lnTo>
                <a:lnTo>
                  <a:pt x="6895140" y="3028998"/>
                </a:lnTo>
                <a:lnTo>
                  <a:pt x="6977828" y="3225558"/>
                </a:lnTo>
                <a:lnTo>
                  <a:pt x="7057849" y="3166332"/>
                </a:lnTo>
                <a:lnTo>
                  <a:pt x="7140537" y="3064476"/>
                </a:lnTo>
                <a:lnTo>
                  <a:pt x="7220558" y="2981242"/>
                </a:lnTo>
                <a:lnTo>
                  <a:pt x="7303246" y="2870843"/>
                </a:lnTo>
                <a:lnTo>
                  <a:pt x="7385934" y="2541915"/>
                </a:lnTo>
                <a:lnTo>
                  <a:pt x="7465956" y="2578333"/>
                </a:lnTo>
                <a:lnTo>
                  <a:pt x="7548644" y="2561536"/>
                </a:lnTo>
                <a:lnTo>
                  <a:pt x="7628665" y="2291979"/>
                </a:lnTo>
                <a:lnTo>
                  <a:pt x="7711353" y="2122631"/>
                </a:lnTo>
                <a:lnTo>
                  <a:pt x="7794041" y="1973037"/>
                </a:lnTo>
                <a:lnTo>
                  <a:pt x="7868728" y="1958390"/>
                </a:lnTo>
                <a:lnTo>
                  <a:pt x="7951416" y="2000974"/>
                </a:lnTo>
                <a:lnTo>
                  <a:pt x="8031437" y="1960878"/>
                </a:lnTo>
                <a:lnTo>
                  <a:pt x="8114126" y="2027909"/>
                </a:lnTo>
                <a:lnTo>
                  <a:pt x="8194146" y="1990098"/>
                </a:lnTo>
                <a:lnTo>
                  <a:pt x="8276835" y="1981400"/>
                </a:lnTo>
                <a:lnTo>
                  <a:pt x="8359523" y="1965540"/>
                </a:lnTo>
                <a:lnTo>
                  <a:pt x="8439544" y="2008613"/>
                </a:lnTo>
                <a:lnTo>
                  <a:pt x="8522233" y="1837633"/>
                </a:lnTo>
                <a:lnTo>
                  <a:pt x="8602253" y="1906160"/>
                </a:lnTo>
                <a:lnTo>
                  <a:pt x="8684942" y="1873527"/>
                </a:lnTo>
                <a:lnTo>
                  <a:pt x="8767630" y="1991856"/>
                </a:lnTo>
                <a:lnTo>
                  <a:pt x="8842316" y="1976562"/>
                </a:lnTo>
                <a:lnTo>
                  <a:pt x="8925005" y="1921086"/>
                </a:lnTo>
                <a:lnTo>
                  <a:pt x="9005026" y="2039726"/>
                </a:lnTo>
                <a:lnTo>
                  <a:pt x="9087714" y="2009764"/>
                </a:lnTo>
                <a:lnTo>
                  <a:pt x="9167735" y="2096355"/>
                </a:lnTo>
                <a:lnTo>
                  <a:pt x="9250423" y="2104120"/>
                </a:lnTo>
                <a:lnTo>
                  <a:pt x="9333112" y="2111765"/>
                </a:lnTo>
                <a:lnTo>
                  <a:pt x="9413132" y="2138381"/>
                </a:lnTo>
                <a:lnTo>
                  <a:pt x="9495821" y="2137802"/>
                </a:lnTo>
                <a:lnTo>
                  <a:pt x="9575842" y="2111266"/>
                </a:lnTo>
                <a:lnTo>
                  <a:pt x="9658530" y="2153303"/>
                </a:lnTo>
                <a:lnTo>
                  <a:pt x="9741219" y="2085266"/>
                </a:lnTo>
                <a:lnTo>
                  <a:pt x="9815905" y="2085266"/>
                </a:lnTo>
                <a:lnTo>
                  <a:pt x="9898593" y="2087780"/>
                </a:lnTo>
                <a:lnTo>
                  <a:pt x="9978614" y="2103382"/>
                </a:lnTo>
                <a:lnTo>
                  <a:pt x="10061302" y="2118499"/>
                </a:lnTo>
                <a:lnTo>
                  <a:pt x="10141323" y="2037792"/>
                </a:lnTo>
                <a:lnTo>
                  <a:pt x="10224012" y="1947655"/>
                </a:lnTo>
                <a:lnTo>
                  <a:pt x="10306700" y="2093516"/>
                </a:lnTo>
                <a:lnTo>
                  <a:pt x="10386721" y="2236540"/>
                </a:lnTo>
                <a:lnTo>
                  <a:pt x="10469409" y="2268009"/>
                </a:lnTo>
                <a:lnTo>
                  <a:pt x="10549430" y="2052404"/>
                </a:lnTo>
                <a:lnTo>
                  <a:pt x="10632118" y="1835366"/>
                </a:lnTo>
                <a:lnTo>
                  <a:pt x="10714806" y="1870089"/>
                </a:lnTo>
                <a:lnTo>
                  <a:pt x="10792161" y="1604360"/>
                </a:lnTo>
                <a:lnTo>
                  <a:pt x="10874849" y="1604360"/>
                </a:lnTo>
                <a:lnTo>
                  <a:pt x="10954869" y="1819520"/>
                </a:lnTo>
                <a:lnTo>
                  <a:pt x="11037558" y="1715670"/>
                </a:lnTo>
                <a:lnTo>
                  <a:pt x="11117579" y="1678897"/>
                </a:lnTo>
                <a:lnTo>
                  <a:pt x="11200268" y="1637754"/>
                </a:lnTo>
                <a:lnTo>
                  <a:pt x="11282955" y="1619128"/>
                </a:lnTo>
                <a:lnTo>
                  <a:pt x="11362977" y="1569452"/>
                </a:lnTo>
                <a:lnTo>
                  <a:pt x="11445665" y="1567408"/>
                </a:lnTo>
                <a:lnTo>
                  <a:pt x="11525686" y="1314911"/>
                </a:lnTo>
                <a:lnTo>
                  <a:pt x="11608374" y="1479668"/>
                </a:lnTo>
                <a:lnTo>
                  <a:pt x="11691063" y="1276984"/>
                </a:lnTo>
                <a:lnTo>
                  <a:pt x="11765748" y="1394406"/>
                </a:lnTo>
                <a:lnTo>
                  <a:pt x="11848436" y="1520351"/>
                </a:lnTo>
                <a:lnTo>
                  <a:pt x="11928458" y="1480348"/>
                </a:lnTo>
                <a:lnTo>
                  <a:pt x="12011146" y="1277589"/>
                </a:lnTo>
                <a:lnTo>
                  <a:pt x="12091167" y="1047398"/>
                </a:lnTo>
                <a:lnTo>
                  <a:pt x="12173855" y="943830"/>
                </a:lnTo>
                <a:lnTo>
                  <a:pt x="12256543" y="904952"/>
                </a:lnTo>
                <a:lnTo>
                  <a:pt x="12336565" y="686328"/>
                </a:lnTo>
                <a:lnTo>
                  <a:pt x="12419253" y="554535"/>
                </a:lnTo>
                <a:lnTo>
                  <a:pt x="12499274" y="634595"/>
                </a:lnTo>
                <a:lnTo>
                  <a:pt x="12581962" y="587319"/>
                </a:lnTo>
                <a:lnTo>
                  <a:pt x="12661984" y="336497"/>
                </a:lnTo>
                <a:lnTo>
                  <a:pt x="12736669" y="221090"/>
                </a:lnTo>
                <a:lnTo>
                  <a:pt x="12819359" y="619669"/>
                </a:lnTo>
                <a:lnTo>
                  <a:pt x="12902047" y="292312"/>
                </a:lnTo>
                <a:lnTo>
                  <a:pt x="12979400" y="0"/>
                </a:lnTo>
                <a:lnTo>
                  <a:pt x="12979400" y="4677156"/>
                </a:lnTo>
              </a:path>
            </a:pathLst>
          </a:custGeom>
          <a:solidFill>
            <a:srgbClr val="EFEFF6">
              <a:alpha val="82000"/>
            </a:srgbClr>
          </a:solidFill>
          <a:ln w="63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6350" cap="flat" cmpd="sng" algn="ctr">
                <a:solidFill>
                  <a:schemeClr val="accent1"/>
                </a:solidFill>
                <a:prstDash val="solid"/>
                <a:miter lim="800000"/>
              </a14:hiddenLine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498600" y="101600"/>
            <a:ext cx="7874000" cy="457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500" b="1" smtClean="0">
                <a:solidFill>
                  <a:srgbClr val="1B187E"/>
                </a:solidFill>
                <a:latin typeface="맑은 고딕" panose="020B0503020000020004" pitchFamily="50" charset="-127"/>
              </a:rPr>
              <a:t>듀얼 모멘텀 전략 포트폴리오 성과</a:t>
            </a:r>
            <a:endParaRPr lang="ko-KR" altLang="en-US" sz="2500" b="1">
              <a:solidFill>
                <a:srgbClr val="1B187E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1498600" y="5486400"/>
            <a:ext cx="12979400" cy="0"/>
          </a:xfrm>
          <a:prstGeom prst="line">
            <a:avLst/>
          </a:prstGeom>
          <a:ln w="10160" cap="sq">
            <a:solidFill>
              <a:srgbClr val="E0E0E0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71500" y="5334000"/>
            <a:ext cx="7366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mtClean="0">
                <a:solidFill>
                  <a:srgbClr val="5F5F5F"/>
                </a:solidFill>
                <a:latin typeface="맑은 고딕" panose="020B0503020000020004" pitchFamily="50" charset="-127"/>
              </a:rPr>
              <a:t>0</a:t>
            </a:r>
            <a:endParaRPr lang="ko-KR" altLang="en-US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1498600" y="4627418"/>
            <a:ext cx="12979400" cy="0"/>
          </a:xfrm>
          <a:prstGeom prst="line">
            <a:avLst/>
          </a:prstGeom>
          <a:ln w="10160" cap="sq">
            <a:solidFill>
              <a:srgbClr val="E0E0E0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71500" y="4475018"/>
            <a:ext cx="7366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mtClean="0">
                <a:solidFill>
                  <a:srgbClr val="5F5F5F"/>
                </a:solidFill>
                <a:latin typeface="맑은 고딕" panose="020B0503020000020004" pitchFamily="50" charset="-127"/>
              </a:rPr>
              <a:t>100</a:t>
            </a:r>
            <a:endParaRPr lang="ko-KR" altLang="en-US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1498600" y="3768436"/>
            <a:ext cx="12979400" cy="0"/>
          </a:xfrm>
          <a:prstGeom prst="line">
            <a:avLst/>
          </a:prstGeom>
          <a:ln w="10160" cap="sq">
            <a:solidFill>
              <a:srgbClr val="E0E0E0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1500" y="3616036"/>
            <a:ext cx="7366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mtClean="0">
                <a:solidFill>
                  <a:srgbClr val="5F5F5F"/>
                </a:solidFill>
                <a:latin typeface="맑은 고딕" panose="020B0503020000020004" pitchFamily="50" charset="-127"/>
              </a:rPr>
              <a:t>200</a:t>
            </a:r>
            <a:endParaRPr lang="ko-KR" altLang="en-US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498600" y="2909455"/>
            <a:ext cx="12979400" cy="0"/>
          </a:xfrm>
          <a:prstGeom prst="line">
            <a:avLst/>
          </a:prstGeom>
          <a:ln w="10160" cap="sq">
            <a:solidFill>
              <a:srgbClr val="E0E0E0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1500" y="2757055"/>
            <a:ext cx="7366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mtClean="0">
                <a:solidFill>
                  <a:srgbClr val="5F5F5F"/>
                </a:solidFill>
                <a:latin typeface="맑은 고딕" panose="020B0503020000020004" pitchFamily="50" charset="-127"/>
              </a:rPr>
              <a:t>300</a:t>
            </a:r>
            <a:endParaRPr lang="ko-KR" altLang="en-US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1498600" y="2050473"/>
            <a:ext cx="12979400" cy="0"/>
          </a:xfrm>
          <a:prstGeom prst="line">
            <a:avLst/>
          </a:prstGeom>
          <a:ln w="10160" cap="sq">
            <a:solidFill>
              <a:srgbClr val="E0E0E0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71500" y="1898073"/>
            <a:ext cx="7366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mtClean="0">
                <a:solidFill>
                  <a:srgbClr val="5F5F5F"/>
                </a:solidFill>
                <a:latin typeface="맑은 고딕" panose="020B0503020000020004" pitchFamily="50" charset="-127"/>
              </a:rPr>
              <a:t>400</a:t>
            </a:r>
            <a:endParaRPr lang="ko-KR" altLang="en-US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498600" y="1191491"/>
            <a:ext cx="12979400" cy="0"/>
          </a:xfrm>
          <a:prstGeom prst="line">
            <a:avLst/>
          </a:prstGeom>
          <a:ln w="10160" cap="sq">
            <a:solidFill>
              <a:srgbClr val="E0E0E0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1500" y="1039091"/>
            <a:ext cx="7366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mtClean="0">
                <a:solidFill>
                  <a:srgbClr val="5F5F5F"/>
                </a:solidFill>
                <a:latin typeface="맑은 고딕" panose="020B0503020000020004" pitchFamily="50" charset="-127"/>
              </a:rPr>
              <a:t>500</a:t>
            </a:r>
            <a:endParaRPr lang="ko-KR" altLang="en-US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 rot="16200000">
            <a:off x="101600" y="2438400"/>
            <a:ext cx="10922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300" smtClean="0">
                <a:solidFill>
                  <a:srgbClr val="848484"/>
                </a:solidFill>
                <a:latin typeface="맑은 고딕" panose="020B0503020000020004" pitchFamily="50" charset="-127"/>
              </a:rPr>
              <a:t>NAV (100 = 2013-01-31)</a:t>
            </a:r>
            <a:endParaRPr lang="ko-KR" altLang="en-US" sz="1300">
              <a:solidFill>
                <a:srgbClr val="848484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6" name="직선 연결선 15"/>
          <p:cNvCxnSpPr/>
          <p:nvPr/>
        </p:nvCxnSpPr>
        <p:spPr>
          <a:xfrm>
            <a:off x="1498600" y="762000"/>
            <a:ext cx="0" cy="4724400"/>
          </a:xfrm>
          <a:prstGeom prst="line">
            <a:avLst/>
          </a:prstGeom>
          <a:ln w="15240">
            <a:solidFill>
              <a:srgbClr val="D7D7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1498600" y="5486400"/>
            <a:ext cx="12979400" cy="0"/>
          </a:xfrm>
          <a:prstGeom prst="line">
            <a:avLst/>
          </a:prstGeom>
          <a:ln w="15240">
            <a:solidFill>
              <a:srgbClr val="D7D7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85767" y="5626100"/>
            <a:ext cx="8128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900" smtClean="0">
                <a:solidFill>
                  <a:srgbClr val="5F5F5F"/>
                </a:solidFill>
                <a:latin typeface="맑은 고딕" panose="020B0503020000020004" pitchFamily="50" charset="-127"/>
              </a:rPr>
              <a:t>2014</a:t>
            </a:r>
            <a:endParaRPr lang="ko-KR" altLang="en-US" sz="1900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932944" y="5626100"/>
            <a:ext cx="8128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900" smtClean="0">
                <a:solidFill>
                  <a:srgbClr val="5F5F5F"/>
                </a:solidFill>
                <a:latin typeface="맑은 고딕" panose="020B0503020000020004" pitchFamily="50" charset="-127"/>
              </a:rPr>
              <a:t>2016</a:t>
            </a:r>
            <a:endParaRPr lang="ko-KR" altLang="en-US" sz="1900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882788" y="5626100"/>
            <a:ext cx="8128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900" smtClean="0">
                <a:solidFill>
                  <a:srgbClr val="5F5F5F"/>
                </a:solidFill>
                <a:latin typeface="맑은 고딕" panose="020B0503020000020004" pitchFamily="50" charset="-127"/>
              </a:rPr>
              <a:t>2018</a:t>
            </a:r>
            <a:endParaRPr lang="ko-KR" altLang="en-US" sz="1900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29965" y="5626100"/>
            <a:ext cx="8128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900" smtClean="0">
                <a:solidFill>
                  <a:srgbClr val="5F5F5F"/>
                </a:solidFill>
                <a:latin typeface="맑은 고딕" panose="020B0503020000020004" pitchFamily="50" charset="-127"/>
              </a:rPr>
              <a:t>2020</a:t>
            </a:r>
            <a:endParaRPr lang="ko-KR" altLang="en-US" sz="1900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779809" y="5626100"/>
            <a:ext cx="8128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900" smtClean="0">
                <a:solidFill>
                  <a:srgbClr val="5F5F5F"/>
                </a:solidFill>
                <a:latin typeface="맑은 고딕" panose="020B0503020000020004" pitchFamily="50" charset="-127"/>
              </a:rPr>
              <a:t>2022</a:t>
            </a:r>
            <a:endParaRPr lang="ko-KR" altLang="en-US" sz="1900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726986" y="5626100"/>
            <a:ext cx="8128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900" smtClean="0">
                <a:solidFill>
                  <a:srgbClr val="5F5F5F"/>
                </a:solidFill>
                <a:latin typeface="맑은 고딕" panose="020B0503020000020004" pitchFamily="50" charset="-127"/>
              </a:rPr>
              <a:t>2024</a:t>
            </a:r>
            <a:endParaRPr lang="ko-KR" altLang="en-US" sz="1900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3676830" y="5626100"/>
            <a:ext cx="8128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900" smtClean="0">
                <a:solidFill>
                  <a:srgbClr val="5F5F5F"/>
                </a:solidFill>
                <a:latin typeface="맑은 고딕" panose="020B0503020000020004" pitchFamily="50" charset="-127"/>
              </a:rPr>
              <a:t>2026</a:t>
            </a:r>
            <a:endParaRPr lang="ko-KR" altLang="en-US" sz="1900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25" name="직선 연결선 24"/>
          <p:cNvCxnSpPr/>
          <p:nvPr/>
        </p:nvCxnSpPr>
        <p:spPr>
          <a:xfrm>
            <a:off x="1752600" y="1117600"/>
            <a:ext cx="635000" cy="0"/>
          </a:xfrm>
          <a:prstGeom prst="line">
            <a:avLst/>
          </a:prstGeom>
          <a:ln w="3810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616200" y="965200"/>
            <a:ext cx="4572000" cy="355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mtClean="0">
                <a:solidFill>
                  <a:srgbClr val="0F0F0F"/>
                </a:solidFill>
                <a:latin typeface="맑은 고딕" panose="020B0503020000020004" pitchFamily="50" charset="-127"/>
              </a:rPr>
              <a:t>포트폴리오 </a:t>
            </a:r>
            <a:r>
              <a:rPr lang="en-US" altLang="ko-KR" smtClean="0">
                <a:solidFill>
                  <a:srgbClr val="0F0F0F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mtClean="0">
                <a:solidFill>
                  <a:srgbClr val="0F0F0F"/>
                </a:solidFill>
                <a:latin typeface="맑은 고딕" panose="020B0503020000020004" pitchFamily="50" charset="-127"/>
              </a:rPr>
              <a:t>적극적 여유자금</a:t>
            </a:r>
            <a:endParaRPr lang="ko-KR" altLang="en-US">
              <a:solidFill>
                <a:srgbClr val="0F0F0F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27" name="직선 연결선 26"/>
          <p:cNvCxnSpPr/>
          <p:nvPr/>
        </p:nvCxnSpPr>
        <p:spPr>
          <a:xfrm>
            <a:off x="1752600" y="1562100"/>
            <a:ext cx="635000" cy="0"/>
          </a:xfrm>
          <a:prstGeom prst="line">
            <a:avLst/>
          </a:prstGeom>
          <a:ln w="38100">
            <a:solidFill>
              <a:srgbClr val="BD8F2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616200" y="1409700"/>
            <a:ext cx="6604000" cy="355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mtClean="0">
                <a:solidFill>
                  <a:srgbClr val="0F0F0F"/>
                </a:solidFill>
                <a:latin typeface="맑은 고딕" panose="020B0503020000020004" pitchFamily="50" charset="-127"/>
              </a:rPr>
              <a:t>벤치마크 </a:t>
            </a:r>
            <a:r>
              <a:rPr lang="en-US" altLang="ko-KR" smtClean="0">
                <a:solidFill>
                  <a:srgbClr val="0F0F0F"/>
                </a:solidFill>
                <a:latin typeface="맑은 고딕" panose="020B0503020000020004" pitchFamily="50" charset="-127"/>
              </a:rPr>
              <a:t>(MSCI ACWI)</a:t>
            </a:r>
            <a:endParaRPr lang="ko-KR" altLang="en-US">
              <a:solidFill>
                <a:srgbClr val="0F0F0F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30" name="직선 연결선 29"/>
          <p:cNvCxnSpPr/>
          <p:nvPr/>
        </p:nvCxnSpPr>
        <p:spPr>
          <a:xfrm>
            <a:off x="1498600" y="4627418"/>
            <a:ext cx="74686" cy="86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flipV="1">
            <a:off x="1573286" y="4612611"/>
            <a:ext cx="82689" cy="1566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V="1">
            <a:off x="1655975" y="4603245"/>
            <a:ext cx="30231" cy="936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>
            <a:off x="1785428" y="4589876"/>
            <a:ext cx="33256" cy="138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>
            <a:off x="1818684" y="4591261"/>
            <a:ext cx="80021" cy="3426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 flipV="1">
            <a:off x="1898705" y="4595324"/>
            <a:ext cx="63336" cy="3020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>
            <a:off x="2059162" y="4605528"/>
            <a:ext cx="4919" cy="122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 flipV="1">
            <a:off x="2064081" y="4558031"/>
            <a:ext cx="80021" cy="4872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 flipV="1">
            <a:off x="2144102" y="4521358"/>
            <a:ext cx="82689" cy="3667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 flipV="1">
            <a:off x="2226791" y="4521122"/>
            <a:ext cx="1263" cy="23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 flipV="1">
            <a:off x="2328061" y="4494327"/>
            <a:ext cx="61439" cy="895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/>
          <p:nvPr/>
        </p:nvCxnSpPr>
        <p:spPr>
          <a:xfrm>
            <a:off x="2389500" y="4494327"/>
            <a:ext cx="82688" cy="4597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 flipV="1">
            <a:off x="2472188" y="4521690"/>
            <a:ext cx="28223" cy="1860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 flipV="1">
            <a:off x="2592712" y="4485374"/>
            <a:ext cx="36851" cy="253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/>
          <p:nvPr/>
        </p:nvCxnSpPr>
        <p:spPr>
          <a:xfrm flipV="1">
            <a:off x="2629563" y="4473494"/>
            <a:ext cx="80021" cy="1188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 flipV="1">
            <a:off x="2709584" y="4456156"/>
            <a:ext cx="70565" cy="1733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>
            <a:off x="2881129" y="4450473"/>
            <a:ext cx="73852" cy="1337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 flipV="1">
            <a:off x="2954981" y="4437509"/>
            <a:ext cx="82689" cy="2634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>
            <a:off x="3037670" y="4437509"/>
            <a:ext cx="26287" cy="1142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 flipV="1">
            <a:off x="3160239" y="4460064"/>
            <a:ext cx="40140" cy="5934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/>
          <p:cNvCxnSpPr/>
          <p:nvPr/>
        </p:nvCxnSpPr>
        <p:spPr>
          <a:xfrm flipV="1">
            <a:off x="3200379" y="4445946"/>
            <a:ext cx="80021" cy="1411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/>
          <p:cNvCxnSpPr/>
          <p:nvPr/>
        </p:nvCxnSpPr>
        <p:spPr>
          <a:xfrm>
            <a:off x="3280400" y="4445946"/>
            <a:ext cx="63714" cy="25604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>
            <a:off x="3443216" y="4492022"/>
            <a:ext cx="2561" cy="41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 flipV="1">
            <a:off x="3445777" y="4437681"/>
            <a:ext cx="74686" cy="5475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3520463" y="4437681"/>
            <a:ext cx="82688" cy="15324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 flipV="1">
            <a:off x="3603151" y="4449116"/>
            <a:ext cx="10509" cy="388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3710652" y="4423390"/>
            <a:ext cx="55208" cy="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/>
          <p:cNvCxnSpPr/>
          <p:nvPr/>
        </p:nvCxnSpPr>
        <p:spPr>
          <a:xfrm>
            <a:off x="3765860" y="4423390"/>
            <a:ext cx="80022" cy="3942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/>
          <p:cNvCxnSpPr/>
          <p:nvPr/>
        </p:nvCxnSpPr>
        <p:spPr>
          <a:xfrm flipV="1">
            <a:off x="3845882" y="4458141"/>
            <a:ext cx="45846" cy="467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/>
          <p:cNvCxnSpPr/>
          <p:nvPr/>
        </p:nvCxnSpPr>
        <p:spPr>
          <a:xfrm>
            <a:off x="3977777" y="4496186"/>
            <a:ext cx="33481" cy="28444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4011258" y="4524630"/>
            <a:ext cx="80021" cy="3305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 flipV="1">
            <a:off x="4091279" y="4518574"/>
            <a:ext cx="45483" cy="3911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4226380" y="4490075"/>
            <a:ext cx="27608" cy="184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4253988" y="4491917"/>
            <a:ext cx="82689" cy="3340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4336677" y="4525318"/>
            <a:ext cx="62698" cy="3864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/>
          <p:nvPr/>
        </p:nvCxnSpPr>
        <p:spPr>
          <a:xfrm>
            <a:off x="4496653" y="4587636"/>
            <a:ext cx="66" cy="1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/>
          <p:cNvCxnSpPr/>
          <p:nvPr/>
        </p:nvCxnSpPr>
        <p:spPr>
          <a:xfrm flipV="1">
            <a:off x="4496719" y="4521186"/>
            <a:ext cx="82688" cy="6646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 flipV="1">
            <a:off x="4579407" y="4508273"/>
            <a:ext cx="80021" cy="1291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 flipV="1">
            <a:off x="4659428" y="4508143"/>
            <a:ext cx="3289" cy="13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/>
          <p:cNvCxnSpPr/>
          <p:nvPr/>
        </p:nvCxnSpPr>
        <p:spPr>
          <a:xfrm>
            <a:off x="4763958" y="4508620"/>
            <a:ext cx="58179" cy="963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 flipV="1">
            <a:off x="4822137" y="4481758"/>
            <a:ext cx="82688" cy="3650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/>
        </p:nvCxnSpPr>
        <p:spPr>
          <a:xfrm flipV="1">
            <a:off x="4904825" y="4480046"/>
            <a:ext cx="41106" cy="171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/>
          <p:cNvCxnSpPr/>
          <p:nvPr/>
        </p:nvCxnSpPr>
        <p:spPr>
          <a:xfrm flipV="1">
            <a:off x="5047079" y="4468845"/>
            <a:ext cx="20456" cy="242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/>
          <p:cNvCxnSpPr/>
          <p:nvPr/>
        </p:nvCxnSpPr>
        <p:spPr>
          <a:xfrm>
            <a:off x="5067535" y="4468845"/>
            <a:ext cx="82688" cy="1945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/>
          <p:cNvCxnSpPr/>
          <p:nvPr/>
        </p:nvCxnSpPr>
        <p:spPr>
          <a:xfrm flipV="1">
            <a:off x="5150223" y="4477970"/>
            <a:ext cx="80021" cy="1033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/>
          <p:cNvCxnSpPr/>
          <p:nvPr/>
        </p:nvCxnSpPr>
        <p:spPr>
          <a:xfrm flipV="1">
            <a:off x="5230244" y="4477441"/>
            <a:ext cx="4237" cy="52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/>
          <p:cNvCxnSpPr/>
          <p:nvPr/>
        </p:nvCxnSpPr>
        <p:spPr>
          <a:xfrm flipV="1">
            <a:off x="5334152" y="4438026"/>
            <a:ext cx="61469" cy="22014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/>
        </p:nvCxnSpPr>
        <p:spPr>
          <a:xfrm flipV="1">
            <a:off x="5395621" y="4411683"/>
            <a:ext cx="74686" cy="2634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/>
          <p:cNvCxnSpPr/>
          <p:nvPr/>
        </p:nvCxnSpPr>
        <p:spPr>
          <a:xfrm flipV="1">
            <a:off x="5470307" y="4403755"/>
            <a:ext cx="45324" cy="792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/>
          <p:cNvCxnSpPr/>
          <p:nvPr/>
        </p:nvCxnSpPr>
        <p:spPr>
          <a:xfrm flipV="1">
            <a:off x="5615184" y="4379658"/>
            <a:ext cx="17832" cy="3914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/>
          <p:cNvCxnSpPr/>
          <p:nvPr/>
        </p:nvCxnSpPr>
        <p:spPr>
          <a:xfrm flipV="1">
            <a:off x="5633016" y="4355209"/>
            <a:ext cx="82689" cy="2444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/>
          <p:nvPr/>
        </p:nvCxnSpPr>
        <p:spPr>
          <a:xfrm>
            <a:off x="5715705" y="4355209"/>
            <a:ext cx="80021" cy="361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/>
          <p:cNvCxnSpPr/>
          <p:nvPr/>
        </p:nvCxnSpPr>
        <p:spPr>
          <a:xfrm flipV="1">
            <a:off x="5795726" y="4356760"/>
            <a:ext cx="5540" cy="206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/>
        </p:nvCxnSpPr>
        <p:spPr>
          <a:xfrm flipV="1">
            <a:off x="5897652" y="4323357"/>
            <a:ext cx="63450" cy="356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/>
          <p:cNvCxnSpPr/>
          <p:nvPr/>
        </p:nvCxnSpPr>
        <p:spPr>
          <a:xfrm flipV="1">
            <a:off x="5961102" y="4301491"/>
            <a:ext cx="80021" cy="2186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/>
          <p:cNvCxnSpPr/>
          <p:nvPr/>
        </p:nvCxnSpPr>
        <p:spPr>
          <a:xfrm flipV="1">
            <a:off x="6041123" y="4288534"/>
            <a:ext cx="42044" cy="1295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/>
          <p:cNvCxnSpPr/>
          <p:nvPr/>
        </p:nvCxnSpPr>
        <p:spPr>
          <a:xfrm flipV="1">
            <a:off x="6180303" y="4251560"/>
            <a:ext cx="23530" cy="718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/>
          <p:nvPr/>
        </p:nvCxnSpPr>
        <p:spPr>
          <a:xfrm flipV="1">
            <a:off x="6203833" y="4245189"/>
            <a:ext cx="82688" cy="637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/>
          <p:cNvCxnSpPr/>
          <p:nvPr/>
        </p:nvCxnSpPr>
        <p:spPr>
          <a:xfrm flipV="1">
            <a:off x="6286521" y="4191247"/>
            <a:ext cx="63032" cy="5394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/>
          <p:cNvCxnSpPr/>
          <p:nvPr/>
        </p:nvCxnSpPr>
        <p:spPr>
          <a:xfrm>
            <a:off x="6428744" y="4221227"/>
            <a:ext cx="15151" cy="1191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/>
          <p:cNvCxnSpPr/>
          <p:nvPr/>
        </p:nvCxnSpPr>
        <p:spPr>
          <a:xfrm>
            <a:off x="6443895" y="4233137"/>
            <a:ext cx="82689" cy="1876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/>
          <p:cNvCxnSpPr/>
          <p:nvPr/>
        </p:nvCxnSpPr>
        <p:spPr>
          <a:xfrm flipV="1">
            <a:off x="6526584" y="4246911"/>
            <a:ext cx="80020" cy="499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/>
          <p:cNvCxnSpPr/>
          <p:nvPr/>
        </p:nvCxnSpPr>
        <p:spPr>
          <a:xfrm flipV="1">
            <a:off x="6606604" y="4246469"/>
            <a:ext cx="6245" cy="44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/>
          <p:cNvCxnSpPr/>
          <p:nvPr/>
        </p:nvCxnSpPr>
        <p:spPr>
          <a:xfrm>
            <a:off x="6713452" y="4247347"/>
            <a:ext cx="55862" cy="1454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/>
          <p:cNvCxnSpPr/>
          <p:nvPr/>
        </p:nvCxnSpPr>
        <p:spPr>
          <a:xfrm flipV="1">
            <a:off x="6769314" y="4224356"/>
            <a:ext cx="82689" cy="37534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/>
          <p:cNvCxnSpPr/>
          <p:nvPr/>
        </p:nvCxnSpPr>
        <p:spPr>
          <a:xfrm flipV="1">
            <a:off x="6852003" y="4219924"/>
            <a:ext cx="41733" cy="443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/>
          <p:cNvCxnSpPr/>
          <p:nvPr/>
        </p:nvCxnSpPr>
        <p:spPr>
          <a:xfrm flipV="1">
            <a:off x="6994824" y="4207827"/>
            <a:ext cx="19887" cy="192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7014711" y="4207827"/>
            <a:ext cx="82689" cy="9504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 flipV="1">
            <a:off x="7097400" y="4292697"/>
            <a:ext cx="43366" cy="1017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/>
          <p:cNvCxnSpPr/>
          <p:nvPr/>
        </p:nvCxnSpPr>
        <p:spPr>
          <a:xfrm>
            <a:off x="7218754" y="4332899"/>
            <a:ext cx="41356" cy="4882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/>
          <p:cNvCxnSpPr/>
          <p:nvPr/>
        </p:nvCxnSpPr>
        <p:spPr>
          <a:xfrm flipV="1">
            <a:off x="7260110" y="4292882"/>
            <a:ext cx="82688" cy="8884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 flipV="1">
            <a:off x="7342798" y="4290995"/>
            <a:ext cx="4787" cy="188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/>
          <p:cNvCxnSpPr/>
          <p:nvPr/>
        </p:nvCxnSpPr>
        <p:spPr>
          <a:xfrm flipV="1">
            <a:off x="7443258" y="4244156"/>
            <a:ext cx="56914" cy="1327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/>
          <p:cNvCxnSpPr/>
          <p:nvPr/>
        </p:nvCxnSpPr>
        <p:spPr>
          <a:xfrm flipV="1">
            <a:off x="7500172" y="4201629"/>
            <a:ext cx="80021" cy="4252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/>
          <p:cNvCxnSpPr/>
          <p:nvPr/>
        </p:nvCxnSpPr>
        <p:spPr>
          <a:xfrm>
            <a:off x="7580193" y="4201629"/>
            <a:ext cx="30145" cy="28434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/>
          <p:cNvCxnSpPr/>
          <p:nvPr/>
        </p:nvCxnSpPr>
        <p:spPr>
          <a:xfrm flipV="1">
            <a:off x="7686053" y="4217297"/>
            <a:ext cx="56850" cy="4428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/>
          <p:cNvCxnSpPr/>
          <p:nvPr/>
        </p:nvCxnSpPr>
        <p:spPr>
          <a:xfrm flipV="1">
            <a:off x="7742903" y="4216436"/>
            <a:ext cx="82688" cy="86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/>
          <p:cNvCxnSpPr/>
          <p:nvPr/>
        </p:nvCxnSpPr>
        <p:spPr>
          <a:xfrm>
            <a:off x="7825591" y="4216436"/>
            <a:ext cx="33851" cy="1148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/>
          <p:cNvCxnSpPr/>
          <p:nvPr/>
        </p:nvCxnSpPr>
        <p:spPr>
          <a:xfrm flipV="1">
            <a:off x="7955518" y="4216608"/>
            <a:ext cx="32782" cy="1142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/>
          <p:cNvCxnSpPr/>
          <p:nvPr/>
        </p:nvCxnSpPr>
        <p:spPr>
          <a:xfrm flipV="1">
            <a:off x="7988300" y="4181829"/>
            <a:ext cx="82688" cy="3477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/>
          <p:cNvCxnSpPr/>
          <p:nvPr/>
        </p:nvCxnSpPr>
        <p:spPr>
          <a:xfrm flipV="1">
            <a:off x="8070988" y="4158311"/>
            <a:ext cx="61753" cy="2351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/>
          <p:cNvCxnSpPr/>
          <p:nvPr/>
        </p:nvCxnSpPr>
        <p:spPr>
          <a:xfrm flipV="1">
            <a:off x="8228307" y="4121912"/>
            <a:ext cx="5390" cy="191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/>
          <p:cNvCxnSpPr/>
          <p:nvPr/>
        </p:nvCxnSpPr>
        <p:spPr>
          <a:xfrm>
            <a:off x="8233697" y="4121912"/>
            <a:ext cx="82689" cy="1962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/>
          <p:cNvCxnSpPr/>
          <p:nvPr/>
        </p:nvCxnSpPr>
        <p:spPr>
          <a:xfrm>
            <a:off x="8316386" y="4141540"/>
            <a:ext cx="60783" cy="7914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/>
          <p:cNvCxnSpPr/>
          <p:nvPr/>
        </p:nvCxnSpPr>
        <p:spPr>
          <a:xfrm>
            <a:off x="8426776" y="4308918"/>
            <a:ext cx="49652" cy="10018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/>
          <p:cNvCxnSpPr/>
          <p:nvPr/>
        </p:nvCxnSpPr>
        <p:spPr>
          <a:xfrm flipV="1">
            <a:off x="8476428" y="4346322"/>
            <a:ext cx="47442" cy="6277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/>
          <p:cNvCxnSpPr/>
          <p:nvPr/>
        </p:nvCxnSpPr>
        <p:spPr>
          <a:xfrm flipV="1">
            <a:off x="8594889" y="4242951"/>
            <a:ext cx="44248" cy="3224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/>
          <p:cNvCxnSpPr/>
          <p:nvPr/>
        </p:nvCxnSpPr>
        <p:spPr>
          <a:xfrm flipV="1">
            <a:off x="8639137" y="4217125"/>
            <a:ext cx="80021" cy="2582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/>
          <p:cNvCxnSpPr/>
          <p:nvPr/>
        </p:nvCxnSpPr>
        <p:spPr>
          <a:xfrm flipV="1">
            <a:off x="8719158" y="4184308"/>
            <a:ext cx="39900" cy="3281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/>
          <p:cNvCxnSpPr/>
          <p:nvPr/>
        </p:nvCxnSpPr>
        <p:spPr>
          <a:xfrm flipV="1">
            <a:off x="8834934" y="4068538"/>
            <a:ext cx="49600" cy="4833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/>
          <p:cNvCxnSpPr/>
          <p:nvPr/>
        </p:nvCxnSpPr>
        <p:spPr>
          <a:xfrm>
            <a:off x="8884534" y="4068538"/>
            <a:ext cx="80022" cy="4183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/>
          <p:cNvCxnSpPr/>
          <p:nvPr/>
        </p:nvCxnSpPr>
        <p:spPr>
          <a:xfrm>
            <a:off x="8964556" y="4110376"/>
            <a:ext cx="29015" cy="10754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/>
          <p:cNvCxnSpPr/>
          <p:nvPr/>
        </p:nvCxnSpPr>
        <p:spPr>
          <a:xfrm flipV="1">
            <a:off x="9067264" y="3982794"/>
            <a:ext cx="60001" cy="118644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/>
          <p:cNvCxnSpPr/>
          <p:nvPr/>
        </p:nvCxnSpPr>
        <p:spPr>
          <a:xfrm flipV="1">
            <a:off x="9127265" y="3949609"/>
            <a:ext cx="47014" cy="3318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/>
          <p:cNvCxnSpPr/>
          <p:nvPr/>
        </p:nvCxnSpPr>
        <p:spPr>
          <a:xfrm>
            <a:off x="9267789" y="3927799"/>
            <a:ext cx="24852" cy="144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/>
          <p:cNvCxnSpPr/>
          <p:nvPr/>
        </p:nvCxnSpPr>
        <p:spPr>
          <a:xfrm flipV="1">
            <a:off x="9292641" y="3893608"/>
            <a:ext cx="74687" cy="3564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/>
          <p:cNvCxnSpPr/>
          <p:nvPr/>
        </p:nvCxnSpPr>
        <p:spPr>
          <a:xfrm flipV="1">
            <a:off x="9367328" y="3853697"/>
            <a:ext cx="72604" cy="3991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/>
          <p:cNvCxnSpPr/>
          <p:nvPr/>
        </p:nvCxnSpPr>
        <p:spPr>
          <a:xfrm flipV="1">
            <a:off x="9518011" y="3778595"/>
            <a:ext cx="12026" cy="10454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연결선 127"/>
          <p:cNvCxnSpPr/>
          <p:nvPr/>
        </p:nvCxnSpPr>
        <p:spPr>
          <a:xfrm flipV="1">
            <a:off x="9530037" y="3753457"/>
            <a:ext cx="82689" cy="2513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/>
          <p:cNvCxnSpPr/>
          <p:nvPr/>
        </p:nvCxnSpPr>
        <p:spPr>
          <a:xfrm flipV="1">
            <a:off x="9612726" y="3744160"/>
            <a:ext cx="80020" cy="929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/>
          <p:cNvCxnSpPr/>
          <p:nvPr/>
        </p:nvCxnSpPr>
        <p:spPr>
          <a:xfrm flipV="1">
            <a:off x="9692746" y="3742734"/>
            <a:ext cx="7446" cy="142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/>
          <p:cNvCxnSpPr/>
          <p:nvPr/>
        </p:nvCxnSpPr>
        <p:spPr>
          <a:xfrm flipV="1">
            <a:off x="9798117" y="3690097"/>
            <a:ext cx="60006" cy="2773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31"/>
          <p:cNvCxnSpPr/>
          <p:nvPr/>
        </p:nvCxnSpPr>
        <p:spPr>
          <a:xfrm>
            <a:off x="9858123" y="3690097"/>
            <a:ext cx="80021" cy="7592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/>
          <p:cNvCxnSpPr/>
          <p:nvPr/>
        </p:nvCxnSpPr>
        <p:spPr>
          <a:xfrm flipV="1">
            <a:off x="9938144" y="3755512"/>
            <a:ext cx="9368" cy="10514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/>
          <p:cNvCxnSpPr/>
          <p:nvPr/>
        </p:nvCxnSpPr>
        <p:spPr>
          <a:xfrm flipV="1">
            <a:off x="10015102" y="3673223"/>
            <a:ext cx="5731" cy="643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연결선 134"/>
          <p:cNvCxnSpPr/>
          <p:nvPr/>
        </p:nvCxnSpPr>
        <p:spPr>
          <a:xfrm>
            <a:off x="10020833" y="3673223"/>
            <a:ext cx="80020" cy="4183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/>
          <p:cNvCxnSpPr/>
          <p:nvPr/>
        </p:nvCxnSpPr>
        <p:spPr>
          <a:xfrm flipV="1">
            <a:off x="10100853" y="3667720"/>
            <a:ext cx="78402" cy="4734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/>
          <p:cNvCxnSpPr/>
          <p:nvPr/>
        </p:nvCxnSpPr>
        <p:spPr>
          <a:xfrm>
            <a:off x="10251791" y="3733486"/>
            <a:ext cx="14439" cy="1446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연결선 137"/>
          <p:cNvCxnSpPr/>
          <p:nvPr/>
        </p:nvCxnSpPr>
        <p:spPr>
          <a:xfrm>
            <a:off x="10266230" y="3747948"/>
            <a:ext cx="74686" cy="5320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/>
          <p:cNvCxnSpPr/>
          <p:nvPr/>
        </p:nvCxnSpPr>
        <p:spPr>
          <a:xfrm flipV="1">
            <a:off x="10340916" y="3772321"/>
            <a:ext cx="72871" cy="2882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/>
          <p:cNvCxnSpPr/>
          <p:nvPr/>
        </p:nvCxnSpPr>
        <p:spPr>
          <a:xfrm>
            <a:off x="10469125" y="3847281"/>
            <a:ext cx="34501" cy="5975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/>
          <p:cNvCxnSpPr/>
          <p:nvPr/>
        </p:nvCxnSpPr>
        <p:spPr>
          <a:xfrm flipV="1">
            <a:off x="10503626" y="3899978"/>
            <a:ext cx="82688" cy="705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/>
          <p:cNvCxnSpPr/>
          <p:nvPr/>
        </p:nvCxnSpPr>
        <p:spPr>
          <a:xfrm>
            <a:off x="10586314" y="3899978"/>
            <a:ext cx="18901" cy="3355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/>
          <p:cNvCxnSpPr/>
          <p:nvPr/>
        </p:nvCxnSpPr>
        <p:spPr>
          <a:xfrm>
            <a:off x="10655083" y="4022050"/>
            <a:ext cx="11252" cy="1997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/>
          <p:cNvCxnSpPr/>
          <p:nvPr/>
        </p:nvCxnSpPr>
        <p:spPr>
          <a:xfrm flipV="1">
            <a:off x="10666335" y="3939923"/>
            <a:ext cx="82688" cy="10210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연결선 144"/>
          <p:cNvCxnSpPr/>
          <p:nvPr/>
        </p:nvCxnSpPr>
        <p:spPr>
          <a:xfrm>
            <a:off x="10749023" y="3939923"/>
            <a:ext cx="28039" cy="2288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/>
          <p:cNvCxnSpPr/>
          <p:nvPr/>
        </p:nvCxnSpPr>
        <p:spPr>
          <a:xfrm>
            <a:off x="10847211" y="4034327"/>
            <a:ext cx="64521" cy="112034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46"/>
          <p:cNvCxnSpPr/>
          <p:nvPr/>
        </p:nvCxnSpPr>
        <p:spPr>
          <a:xfrm flipV="1">
            <a:off x="10911732" y="4102469"/>
            <a:ext cx="42671" cy="4389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/>
          <p:cNvCxnSpPr/>
          <p:nvPr/>
        </p:nvCxnSpPr>
        <p:spPr>
          <a:xfrm flipV="1">
            <a:off x="11019109" y="3942505"/>
            <a:ext cx="55333" cy="8214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/>
          <p:cNvCxnSpPr/>
          <p:nvPr/>
        </p:nvCxnSpPr>
        <p:spPr>
          <a:xfrm>
            <a:off x="11074442" y="3942505"/>
            <a:ext cx="64752" cy="6458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/>
          <p:cNvCxnSpPr/>
          <p:nvPr/>
        </p:nvCxnSpPr>
        <p:spPr>
          <a:xfrm flipV="1">
            <a:off x="11203044" y="3915302"/>
            <a:ext cx="36775" cy="4877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/>
          <p:cNvCxnSpPr/>
          <p:nvPr/>
        </p:nvCxnSpPr>
        <p:spPr>
          <a:xfrm>
            <a:off x="11239819" y="3915302"/>
            <a:ext cx="74686" cy="5216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연결선 151"/>
          <p:cNvCxnSpPr/>
          <p:nvPr/>
        </p:nvCxnSpPr>
        <p:spPr>
          <a:xfrm flipV="1">
            <a:off x="11314505" y="3947468"/>
            <a:ext cx="32674" cy="2000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연결선 152"/>
          <p:cNvCxnSpPr/>
          <p:nvPr/>
        </p:nvCxnSpPr>
        <p:spPr>
          <a:xfrm flipV="1">
            <a:off x="11438253" y="3892230"/>
            <a:ext cx="38961" cy="1198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53"/>
          <p:cNvCxnSpPr/>
          <p:nvPr/>
        </p:nvCxnSpPr>
        <p:spPr>
          <a:xfrm>
            <a:off x="11477214" y="3892230"/>
            <a:ext cx="82688" cy="1670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/>
          <p:cNvCxnSpPr/>
          <p:nvPr/>
        </p:nvCxnSpPr>
        <p:spPr>
          <a:xfrm flipV="1">
            <a:off x="11559902" y="3864421"/>
            <a:ext cx="47887" cy="4451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/>
          <p:cNvCxnSpPr/>
          <p:nvPr/>
        </p:nvCxnSpPr>
        <p:spPr>
          <a:xfrm flipV="1">
            <a:off x="11686808" y="3775151"/>
            <a:ext cx="35804" cy="2572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연결선 156"/>
          <p:cNvCxnSpPr/>
          <p:nvPr/>
        </p:nvCxnSpPr>
        <p:spPr>
          <a:xfrm>
            <a:off x="11722612" y="3775151"/>
            <a:ext cx="82688" cy="4975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/>
          <p:cNvCxnSpPr/>
          <p:nvPr/>
        </p:nvCxnSpPr>
        <p:spPr>
          <a:xfrm>
            <a:off x="11805300" y="3824910"/>
            <a:ext cx="37308" cy="3315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158"/>
          <p:cNvCxnSpPr/>
          <p:nvPr/>
        </p:nvCxnSpPr>
        <p:spPr>
          <a:xfrm>
            <a:off x="11925256" y="3915559"/>
            <a:ext cx="42753" cy="2092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직선 연결선 159"/>
          <p:cNvCxnSpPr/>
          <p:nvPr/>
        </p:nvCxnSpPr>
        <p:spPr>
          <a:xfrm flipV="1">
            <a:off x="11968009" y="3812915"/>
            <a:ext cx="71786" cy="123564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/>
          <p:cNvCxnSpPr/>
          <p:nvPr/>
        </p:nvCxnSpPr>
        <p:spPr>
          <a:xfrm flipV="1">
            <a:off x="12115188" y="3734174"/>
            <a:ext cx="15530" cy="1212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연결선 161"/>
          <p:cNvCxnSpPr/>
          <p:nvPr/>
        </p:nvCxnSpPr>
        <p:spPr>
          <a:xfrm flipV="1">
            <a:off x="12130718" y="3729353"/>
            <a:ext cx="82688" cy="482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연결선 162"/>
          <p:cNvCxnSpPr/>
          <p:nvPr/>
        </p:nvCxnSpPr>
        <p:spPr>
          <a:xfrm flipV="1">
            <a:off x="12213406" y="3666421"/>
            <a:ext cx="61465" cy="6293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직선 연결선 163"/>
          <p:cNvCxnSpPr/>
          <p:nvPr/>
        </p:nvCxnSpPr>
        <p:spPr>
          <a:xfrm flipV="1">
            <a:off x="12354617" y="3590235"/>
            <a:ext cx="18832" cy="1364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64"/>
          <p:cNvCxnSpPr/>
          <p:nvPr/>
        </p:nvCxnSpPr>
        <p:spPr>
          <a:xfrm>
            <a:off x="12373449" y="3590235"/>
            <a:ext cx="80020" cy="6732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연결선 165"/>
          <p:cNvCxnSpPr/>
          <p:nvPr/>
        </p:nvCxnSpPr>
        <p:spPr>
          <a:xfrm flipV="1">
            <a:off x="12453469" y="3612978"/>
            <a:ext cx="44052" cy="4457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연결선 166"/>
          <p:cNvCxnSpPr/>
          <p:nvPr/>
        </p:nvCxnSpPr>
        <p:spPr>
          <a:xfrm flipV="1">
            <a:off x="12581015" y="3551151"/>
            <a:ext cx="35164" cy="998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/>
          <p:cNvCxnSpPr/>
          <p:nvPr/>
        </p:nvCxnSpPr>
        <p:spPr>
          <a:xfrm flipV="1">
            <a:off x="12616179" y="3521365"/>
            <a:ext cx="82689" cy="2978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/>
          <p:cNvCxnSpPr/>
          <p:nvPr/>
        </p:nvCxnSpPr>
        <p:spPr>
          <a:xfrm flipV="1">
            <a:off x="12698868" y="3487654"/>
            <a:ext cx="56805" cy="3371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/>
          <p:cNvCxnSpPr/>
          <p:nvPr/>
        </p:nvCxnSpPr>
        <p:spPr>
          <a:xfrm flipV="1">
            <a:off x="12844130" y="3428046"/>
            <a:ext cx="17447" cy="964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/>
          <p:cNvCxnSpPr/>
          <p:nvPr/>
        </p:nvCxnSpPr>
        <p:spPr>
          <a:xfrm>
            <a:off x="12861577" y="3428046"/>
            <a:ext cx="82688" cy="43044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/>
          <p:cNvCxnSpPr/>
          <p:nvPr/>
        </p:nvCxnSpPr>
        <p:spPr>
          <a:xfrm flipV="1">
            <a:off x="12944265" y="3415979"/>
            <a:ext cx="54266" cy="5511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/>
          <p:cNvCxnSpPr/>
          <p:nvPr/>
        </p:nvCxnSpPr>
        <p:spPr>
          <a:xfrm>
            <a:off x="13072782" y="3432941"/>
            <a:ext cx="34192" cy="30401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/>
          <p:cNvCxnSpPr/>
          <p:nvPr/>
        </p:nvCxnSpPr>
        <p:spPr>
          <a:xfrm flipV="1">
            <a:off x="13106974" y="3399810"/>
            <a:ext cx="82689" cy="6353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/>
          <p:cNvCxnSpPr/>
          <p:nvPr/>
        </p:nvCxnSpPr>
        <p:spPr>
          <a:xfrm>
            <a:off x="13189663" y="3399810"/>
            <a:ext cx="40329" cy="3347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/>
          <p:cNvCxnSpPr/>
          <p:nvPr/>
        </p:nvCxnSpPr>
        <p:spPr>
          <a:xfrm>
            <a:off x="13312876" y="3452387"/>
            <a:ext cx="34160" cy="32649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/>
          <p:cNvCxnSpPr/>
          <p:nvPr/>
        </p:nvCxnSpPr>
        <p:spPr>
          <a:xfrm flipV="1">
            <a:off x="13347036" y="3472123"/>
            <a:ext cx="80022" cy="1291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/>
          <p:cNvCxnSpPr/>
          <p:nvPr/>
        </p:nvCxnSpPr>
        <p:spPr>
          <a:xfrm flipV="1">
            <a:off x="13427058" y="3421680"/>
            <a:ext cx="36374" cy="5044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/>
          <p:cNvCxnSpPr/>
          <p:nvPr/>
        </p:nvCxnSpPr>
        <p:spPr>
          <a:xfrm flipV="1">
            <a:off x="13525091" y="3272227"/>
            <a:ext cx="64676" cy="6888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/>
          <p:cNvCxnSpPr/>
          <p:nvPr/>
        </p:nvCxnSpPr>
        <p:spPr>
          <a:xfrm flipV="1">
            <a:off x="13589767" y="3248812"/>
            <a:ext cx="82688" cy="2341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/>
          <p:cNvCxnSpPr/>
          <p:nvPr/>
        </p:nvCxnSpPr>
        <p:spPr>
          <a:xfrm flipV="1">
            <a:off x="13672455" y="3242902"/>
            <a:ext cx="8156" cy="5910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/>
          <p:cNvCxnSpPr/>
          <p:nvPr/>
        </p:nvCxnSpPr>
        <p:spPr>
          <a:xfrm flipV="1">
            <a:off x="13761791" y="3106251"/>
            <a:ext cx="73374" cy="75778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/>
          <p:cNvCxnSpPr/>
          <p:nvPr/>
        </p:nvCxnSpPr>
        <p:spPr>
          <a:xfrm flipV="1">
            <a:off x="13835165" y="3059415"/>
            <a:ext cx="70957" cy="46836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/>
          <p:cNvCxnSpPr/>
          <p:nvPr/>
        </p:nvCxnSpPr>
        <p:spPr>
          <a:xfrm flipV="1">
            <a:off x="14005390" y="3050294"/>
            <a:ext cx="75172" cy="31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/>
          <p:cNvCxnSpPr/>
          <p:nvPr/>
        </p:nvCxnSpPr>
        <p:spPr>
          <a:xfrm flipV="1">
            <a:off x="14080562" y="2981252"/>
            <a:ext cx="80022" cy="6904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/>
          <p:cNvCxnSpPr/>
          <p:nvPr/>
        </p:nvCxnSpPr>
        <p:spPr>
          <a:xfrm flipV="1">
            <a:off x="14160584" y="2977419"/>
            <a:ext cx="8843" cy="383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/>
          <p:cNvCxnSpPr/>
          <p:nvPr/>
        </p:nvCxnSpPr>
        <p:spPr>
          <a:xfrm>
            <a:off x="14245478" y="2976920"/>
            <a:ext cx="65173" cy="179005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/>
          <p:cNvCxnSpPr/>
          <p:nvPr/>
        </p:nvCxnSpPr>
        <p:spPr>
          <a:xfrm flipV="1">
            <a:off x="14346200" y="2956097"/>
            <a:ext cx="54447" cy="144794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/>
          <p:cNvCxnSpPr/>
          <p:nvPr/>
        </p:nvCxnSpPr>
        <p:spPr>
          <a:xfrm flipV="1">
            <a:off x="14400647" y="2926235"/>
            <a:ext cx="19758" cy="29862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/>
          <p:cNvCxnSpPr/>
          <p:nvPr/>
        </p:nvCxnSpPr>
        <p:spPr>
          <a:xfrm flipV="1">
            <a:off x="14476470" y="2839190"/>
            <a:ext cx="1530" cy="2313"/>
          </a:xfrm>
          <a:prstGeom prst="line">
            <a:avLst/>
          </a:prstGeom>
          <a:ln w="43180">
            <a:solidFill>
              <a:srgbClr val="BD8F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/>
          <p:cNvCxnSpPr/>
          <p:nvPr/>
        </p:nvCxnSpPr>
        <p:spPr>
          <a:xfrm flipV="1">
            <a:off x="1498600" y="4626576"/>
            <a:ext cx="74686" cy="84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/>
          <p:cNvCxnSpPr/>
          <p:nvPr/>
        </p:nvCxnSpPr>
        <p:spPr>
          <a:xfrm flipV="1">
            <a:off x="1573286" y="4594681"/>
            <a:ext cx="82689" cy="3189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/>
          <p:cNvCxnSpPr/>
          <p:nvPr/>
        </p:nvCxnSpPr>
        <p:spPr>
          <a:xfrm flipV="1">
            <a:off x="1655975" y="4579881"/>
            <a:ext cx="80021" cy="1480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직선 연결선 193"/>
          <p:cNvCxnSpPr/>
          <p:nvPr/>
        </p:nvCxnSpPr>
        <p:spPr>
          <a:xfrm flipV="1">
            <a:off x="1735996" y="4561368"/>
            <a:ext cx="82688" cy="1851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직선 연결선 194"/>
          <p:cNvCxnSpPr/>
          <p:nvPr/>
        </p:nvCxnSpPr>
        <p:spPr>
          <a:xfrm>
            <a:off x="1818684" y="4561368"/>
            <a:ext cx="80021" cy="1772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직선 연결선 195"/>
          <p:cNvCxnSpPr/>
          <p:nvPr/>
        </p:nvCxnSpPr>
        <p:spPr>
          <a:xfrm flipV="1">
            <a:off x="1898705" y="4514525"/>
            <a:ext cx="82688" cy="6457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연결선 196"/>
          <p:cNvCxnSpPr/>
          <p:nvPr/>
        </p:nvCxnSpPr>
        <p:spPr>
          <a:xfrm>
            <a:off x="1981393" y="4514525"/>
            <a:ext cx="82688" cy="2494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연결선 197"/>
          <p:cNvCxnSpPr/>
          <p:nvPr/>
        </p:nvCxnSpPr>
        <p:spPr>
          <a:xfrm flipV="1">
            <a:off x="2064081" y="4476016"/>
            <a:ext cx="80021" cy="6345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직선 연결선 198"/>
          <p:cNvCxnSpPr/>
          <p:nvPr/>
        </p:nvCxnSpPr>
        <p:spPr>
          <a:xfrm flipV="1">
            <a:off x="2144102" y="4448778"/>
            <a:ext cx="82689" cy="2723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직선 연결선 199"/>
          <p:cNvCxnSpPr/>
          <p:nvPr/>
        </p:nvCxnSpPr>
        <p:spPr>
          <a:xfrm flipV="1">
            <a:off x="2226791" y="4414120"/>
            <a:ext cx="80021" cy="3465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직선 연결선 200"/>
          <p:cNvCxnSpPr/>
          <p:nvPr/>
        </p:nvCxnSpPr>
        <p:spPr>
          <a:xfrm flipV="1">
            <a:off x="2306812" y="4394409"/>
            <a:ext cx="82688" cy="1971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직선 연결선 201"/>
          <p:cNvCxnSpPr/>
          <p:nvPr/>
        </p:nvCxnSpPr>
        <p:spPr>
          <a:xfrm flipV="1">
            <a:off x="2389500" y="4390028"/>
            <a:ext cx="82688" cy="438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직선 연결선 202"/>
          <p:cNvCxnSpPr/>
          <p:nvPr/>
        </p:nvCxnSpPr>
        <p:spPr>
          <a:xfrm flipV="1">
            <a:off x="2472188" y="4321123"/>
            <a:ext cx="74687" cy="6890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직선 연결선 203"/>
          <p:cNvCxnSpPr/>
          <p:nvPr/>
        </p:nvCxnSpPr>
        <p:spPr>
          <a:xfrm>
            <a:off x="2546875" y="4321123"/>
            <a:ext cx="82688" cy="3338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직선 연결선 204"/>
          <p:cNvCxnSpPr/>
          <p:nvPr/>
        </p:nvCxnSpPr>
        <p:spPr>
          <a:xfrm>
            <a:off x="2629563" y="4354504"/>
            <a:ext cx="80021" cy="2494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직선 연결선 205"/>
          <p:cNvCxnSpPr/>
          <p:nvPr/>
        </p:nvCxnSpPr>
        <p:spPr>
          <a:xfrm flipV="1">
            <a:off x="2709584" y="4357276"/>
            <a:ext cx="82688" cy="2217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직선 연결선 206"/>
          <p:cNvCxnSpPr/>
          <p:nvPr/>
        </p:nvCxnSpPr>
        <p:spPr>
          <a:xfrm flipV="1">
            <a:off x="2792272" y="4328663"/>
            <a:ext cx="80021" cy="2861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직선 연결선 207"/>
          <p:cNvCxnSpPr/>
          <p:nvPr/>
        </p:nvCxnSpPr>
        <p:spPr>
          <a:xfrm>
            <a:off x="2872293" y="4328663"/>
            <a:ext cx="82688" cy="3144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직선 연결선 208"/>
          <p:cNvCxnSpPr/>
          <p:nvPr/>
        </p:nvCxnSpPr>
        <p:spPr>
          <a:xfrm flipV="1">
            <a:off x="2954981" y="4312563"/>
            <a:ext cx="82689" cy="4754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연결선 209"/>
          <p:cNvCxnSpPr/>
          <p:nvPr/>
        </p:nvCxnSpPr>
        <p:spPr>
          <a:xfrm>
            <a:off x="3037670" y="4312563"/>
            <a:ext cx="80021" cy="2647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직선 연결선 210"/>
          <p:cNvCxnSpPr/>
          <p:nvPr/>
        </p:nvCxnSpPr>
        <p:spPr>
          <a:xfrm flipV="1">
            <a:off x="3117691" y="4305221"/>
            <a:ext cx="82688" cy="3381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연결선 211"/>
          <p:cNvCxnSpPr/>
          <p:nvPr/>
        </p:nvCxnSpPr>
        <p:spPr>
          <a:xfrm flipV="1">
            <a:off x="3200379" y="4269025"/>
            <a:ext cx="80021" cy="3619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연결선 212"/>
          <p:cNvCxnSpPr/>
          <p:nvPr/>
        </p:nvCxnSpPr>
        <p:spPr>
          <a:xfrm flipV="1">
            <a:off x="3280400" y="4259269"/>
            <a:ext cx="82689" cy="975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직선 연결선 213"/>
          <p:cNvCxnSpPr/>
          <p:nvPr/>
        </p:nvCxnSpPr>
        <p:spPr>
          <a:xfrm>
            <a:off x="3363089" y="4259269"/>
            <a:ext cx="82688" cy="242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직선 연결선 214"/>
          <p:cNvCxnSpPr/>
          <p:nvPr/>
        </p:nvCxnSpPr>
        <p:spPr>
          <a:xfrm flipV="1">
            <a:off x="3445777" y="4211244"/>
            <a:ext cx="74686" cy="5045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직선 연결선 215"/>
          <p:cNvCxnSpPr/>
          <p:nvPr/>
        </p:nvCxnSpPr>
        <p:spPr>
          <a:xfrm flipV="1">
            <a:off x="3520463" y="4203661"/>
            <a:ext cx="82688" cy="758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직선 연결선 216"/>
          <p:cNvCxnSpPr/>
          <p:nvPr/>
        </p:nvCxnSpPr>
        <p:spPr>
          <a:xfrm>
            <a:off x="3603151" y="4203661"/>
            <a:ext cx="80021" cy="265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직선 연결선 217"/>
          <p:cNvCxnSpPr/>
          <p:nvPr/>
        </p:nvCxnSpPr>
        <p:spPr>
          <a:xfrm flipV="1">
            <a:off x="3683172" y="4171521"/>
            <a:ext cx="82688" cy="3479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연결선 218"/>
          <p:cNvCxnSpPr/>
          <p:nvPr/>
        </p:nvCxnSpPr>
        <p:spPr>
          <a:xfrm>
            <a:off x="3765860" y="4171521"/>
            <a:ext cx="80022" cy="2258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직선 연결선 219"/>
          <p:cNvCxnSpPr/>
          <p:nvPr/>
        </p:nvCxnSpPr>
        <p:spPr>
          <a:xfrm flipV="1">
            <a:off x="3845882" y="4180386"/>
            <a:ext cx="82688" cy="1372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직선 연결선 220"/>
          <p:cNvCxnSpPr/>
          <p:nvPr/>
        </p:nvCxnSpPr>
        <p:spPr>
          <a:xfrm>
            <a:off x="3928570" y="4180386"/>
            <a:ext cx="82688" cy="7938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직선 연결선 221"/>
          <p:cNvCxnSpPr/>
          <p:nvPr/>
        </p:nvCxnSpPr>
        <p:spPr>
          <a:xfrm>
            <a:off x="4011258" y="4259769"/>
            <a:ext cx="80021" cy="1910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직선 연결선 222"/>
          <p:cNvCxnSpPr/>
          <p:nvPr/>
        </p:nvCxnSpPr>
        <p:spPr>
          <a:xfrm flipV="1">
            <a:off x="4091279" y="4277843"/>
            <a:ext cx="82688" cy="103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연결선 223"/>
          <p:cNvCxnSpPr/>
          <p:nvPr/>
        </p:nvCxnSpPr>
        <p:spPr>
          <a:xfrm flipV="1">
            <a:off x="4173967" y="4264313"/>
            <a:ext cx="80021" cy="1353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직선 연결선 224"/>
          <p:cNvCxnSpPr/>
          <p:nvPr/>
        </p:nvCxnSpPr>
        <p:spPr>
          <a:xfrm>
            <a:off x="4253988" y="4264313"/>
            <a:ext cx="82689" cy="1860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직선 연결선 225"/>
          <p:cNvCxnSpPr/>
          <p:nvPr/>
        </p:nvCxnSpPr>
        <p:spPr>
          <a:xfrm>
            <a:off x="4336677" y="4282914"/>
            <a:ext cx="82688" cy="2555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/>
          <p:cNvCxnSpPr/>
          <p:nvPr/>
        </p:nvCxnSpPr>
        <p:spPr>
          <a:xfrm flipV="1">
            <a:off x="4419365" y="4301143"/>
            <a:ext cx="77354" cy="732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직선 연결선 227"/>
          <p:cNvCxnSpPr/>
          <p:nvPr/>
        </p:nvCxnSpPr>
        <p:spPr>
          <a:xfrm flipV="1">
            <a:off x="4496719" y="4280317"/>
            <a:ext cx="82688" cy="2082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직선 연결선 228"/>
          <p:cNvCxnSpPr/>
          <p:nvPr/>
        </p:nvCxnSpPr>
        <p:spPr>
          <a:xfrm flipV="1">
            <a:off x="4579407" y="4279782"/>
            <a:ext cx="80021" cy="53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직선 연결선 229"/>
          <p:cNvCxnSpPr/>
          <p:nvPr/>
        </p:nvCxnSpPr>
        <p:spPr>
          <a:xfrm>
            <a:off x="4659428" y="4279782"/>
            <a:ext cx="82688" cy="809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직선 연결선 230"/>
          <p:cNvCxnSpPr/>
          <p:nvPr/>
        </p:nvCxnSpPr>
        <p:spPr>
          <a:xfrm flipV="1">
            <a:off x="4742116" y="4244122"/>
            <a:ext cx="80021" cy="4375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직선 연결선 231"/>
          <p:cNvCxnSpPr/>
          <p:nvPr/>
        </p:nvCxnSpPr>
        <p:spPr>
          <a:xfrm flipV="1">
            <a:off x="4822137" y="4195635"/>
            <a:ext cx="82688" cy="4848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직선 연결선 232"/>
          <p:cNvCxnSpPr/>
          <p:nvPr/>
        </p:nvCxnSpPr>
        <p:spPr>
          <a:xfrm>
            <a:off x="4904825" y="4195635"/>
            <a:ext cx="82689" cy="740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직선 연결선 233"/>
          <p:cNvCxnSpPr/>
          <p:nvPr/>
        </p:nvCxnSpPr>
        <p:spPr>
          <a:xfrm flipV="1">
            <a:off x="4987514" y="4187837"/>
            <a:ext cx="80021" cy="1520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직선 연결선 234"/>
          <p:cNvCxnSpPr/>
          <p:nvPr/>
        </p:nvCxnSpPr>
        <p:spPr>
          <a:xfrm>
            <a:off x="5067535" y="4187837"/>
            <a:ext cx="82688" cy="3585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직선 연결선 235"/>
          <p:cNvCxnSpPr/>
          <p:nvPr/>
        </p:nvCxnSpPr>
        <p:spPr>
          <a:xfrm flipV="1">
            <a:off x="5150223" y="4203877"/>
            <a:ext cx="80021" cy="1981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직선 연결선 236"/>
          <p:cNvCxnSpPr/>
          <p:nvPr/>
        </p:nvCxnSpPr>
        <p:spPr>
          <a:xfrm>
            <a:off x="5230244" y="4203877"/>
            <a:ext cx="82689" cy="250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직선 연결선 237"/>
          <p:cNvCxnSpPr/>
          <p:nvPr/>
        </p:nvCxnSpPr>
        <p:spPr>
          <a:xfrm flipV="1">
            <a:off x="5312933" y="4164132"/>
            <a:ext cx="82688" cy="4225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직선 연결선 238"/>
          <p:cNvCxnSpPr/>
          <p:nvPr/>
        </p:nvCxnSpPr>
        <p:spPr>
          <a:xfrm flipV="1">
            <a:off x="5395621" y="4143711"/>
            <a:ext cx="74686" cy="2042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직선 연결선 239"/>
          <p:cNvCxnSpPr/>
          <p:nvPr/>
        </p:nvCxnSpPr>
        <p:spPr>
          <a:xfrm flipV="1">
            <a:off x="5470307" y="4130086"/>
            <a:ext cx="82689" cy="1362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직선 연결선 240"/>
          <p:cNvCxnSpPr/>
          <p:nvPr/>
        </p:nvCxnSpPr>
        <p:spPr>
          <a:xfrm flipV="1">
            <a:off x="5552996" y="4109550"/>
            <a:ext cx="80020" cy="2053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직선 연결선 241"/>
          <p:cNvCxnSpPr/>
          <p:nvPr/>
        </p:nvCxnSpPr>
        <p:spPr>
          <a:xfrm flipV="1">
            <a:off x="5633016" y="4068029"/>
            <a:ext cx="82689" cy="4152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직선 연결선 242"/>
          <p:cNvCxnSpPr/>
          <p:nvPr/>
        </p:nvCxnSpPr>
        <p:spPr>
          <a:xfrm>
            <a:off x="5715705" y="4068029"/>
            <a:ext cx="80021" cy="698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직선 연결선 243"/>
          <p:cNvCxnSpPr/>
          <p:nvPr/>
        </p:nvCxnSpPr>
        <p:spPr>
          <a:xfrm flipV="1">
            <a:off x="5795726" y="4026464"/>
            <a:ext cx="82688" cy="4854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직선 연결선 244"/>
          <p:cNvCxnSpPr/>
          <p:nvPr/>
        </p:nvCxnSpPr>
        <p:spPr>
          <a:xfrm flipV="1">
            <a:off x="5878414" y="3986164"/>
            <a:ext cx="82688" cy="4030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직선 연결선 245"/>
          <p:cNvCxnSpPr/>
          <p:nvPr/>
        </p:nvCxnSpPr>
        <p:spPr>
          <a:xfrm flipV="1">
            <a:off x="5961102" y="3947791"/>
            <a:ext cx="80021" cy="3837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직선 연결선 246"/>
          <p:cNvCxnSpPr/>
          <p:nvPr/>
        </p:nvCxnSpPr>
        <p:spPr>
          <a:xfrm flipV="1">
            <a:off x="6041123" y="3897924"/>
            <a:ext cx="82688" cy="4986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직선 연결선 247"/>
          <p:cNvCxnSpPr/>
          <p:nvPr/>
        </p:nvCxnSpPr>
        <p:spPr>
          <a:xfrm flipV="1">
            <a:off x="6123811" y="3877047"/>
            <a:ext cx="80022" cy="2087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직선 연결선 248"/>
          <p:cNvCxnSpPr/>
          <p:nvPr/>
        </p:nvCxnSpPr>
        <p:spPr>
          <a:xfrm flipV="1">
            <a:off x="6203833" y="3864282"/>
            <a:ext cx="82688" cy="1276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직선 연결선 249"/>
          <p:cNvCxnSpPr/>
          <p:nvPr/>
        </p:nvCxnSpPr>
        <p:spPr>
          <a:xfrm flipV="1">
            <a:off x="6286521" y="3754785"/>
            <a:ext cx="82688" cy="10949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직선 연결선 250"/>
          <p:cNvCxnSpPr/>
          <p:nvPr/>
        </p:nvCxnSpPr>
        <p:spPr>
          <a:xfrm>
            <a:off x="6369209" y="3754785"/>
            <a:ext cx="74686" cy="5255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직선 연결선 251"/>
          <p:cNvCxnSpPr/>
          <p:nvPr/>
        </p:nvCxnSpPr>
        <p:spPr>
          <a:xfrm>
            <a:off x="6443895" y="3807342"/>
            <a:ext cx="82689" cy="3468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직선 연결선 252"/>
          <p:cNvCxnSpPr/>
          <p:nvPr/>
        </p:nvCxnSpPr>
        <p:spPr>
          <a:xfrm>
            <a:off x="6526584" y="3842030"/>
            <a:ext cx="80020" cy="2580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직선 연결선 253"/>
          <p:cNvCxnSpPr/>
          <p:nvPr/>
        </p:nvCxnSpPr>
        <p:spPr>
          <a:xfrm flipV="1">
            <a:off x="6606604" y="3809783"/>
            <a:ext cx="82689" cy="5804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직선 연결선 254"/>
          <p:cNvCxnSpPr/>
          <p:nvPr/>
        </p:nvCxnSpPr>
        <p:spPr>
          <a:xfrm>
            <a:off x="6689293" y="3809783"/>
            <a:ext cx="80021" cy="2183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/>
          <p:cNvCxnSpPr/>
          <p:nvPr/>
        </p:nvCxnSpPr>
        <p:spPr>
          <a:xfrm flipV="1">
            <a:off x="6769314" y="3820664"/>
            <a:ext cx="82689" cy="1095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/>
          <p:cNvCxnSpPr/>
          <p:nvPr/>
        </p:nvCxnSpPr>
        <p:spPr>
          <a:xfrm flipV="1">
            <a:off x="6852003" y="3763816"/>
            <a:ext cx="82688" cy="5684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/>
          <p:cNvCxnSpPr/>
          <p:nvPr/>
        </p:nvCxnSpPr>
        <p:spPr>
          <a:xfrm flipV="1">
            <a:off x="6934691" y="3763219"/>
            <a:ext cx="80020" cy="59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/>
          <p:cNvCxnSpPr/>
          <p:nvPr/>
        </p:nvCxnSpPr>
        <p:spPr>
          <a:xfrm>
            <a:off x="7014711" y="3763219"/>
            <a:ext cx="82689" cy="17325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/>
          <p:cNvCxnSpPr/>
          <p:nvPr/>
        </p:nvCxnSpPr>
        <p:spPr>
          <a:xfrm flipV="1">
            <a:off x="7097400" y="3912673"/>
            <a:ext cx="80021" cy="2380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/>
          <p:cNvCxnSpPr/>
          <p:nvPr/>
        </p:nvCxnSpPr>
        <p:spPr>
          <a:xfrm>
            <a:off x="7177421" y="3912673"/>
            <a:ext cx="82689" cy="7407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/>
          <p:cNvCxnSpPr/>
          <p:nvPr/>
        </p:nvCxnSpPr>
        <p:spPr>
          <a:xfrm>
            <a:off x="7260110" y="3986743"/>
            <a:ext cx="82688" cy="310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연결선 262"/>
          <p:cNvCxnSpPr/>
          <p:nvPr/>
        </p:nvCxnSpPr>
        <p:spPr>
          <a:xfrm>
            <a:off x="7342798" y="3989848"/>
            <a:ext cx="74686" cy="158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/>
          <p:cNvCxnSpPr/>
          <p:nvPr/>
        </p:nvCxnSpPr>
        <p:spPr>
          <a:xfrm>
            <a:off x="7417484" y="3991437"/>
            <a:ext cx="82688" cy="131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/>
          <p:cNvCxnSpPr/>
          <p:nvPr/>
        </p:nvCxnSpPr>
        <p:spPr>
          <a:xfrm flipV="1">
            <a:off x="7500172" y="3972408"/>
            <a:ext cx="80021" cy="2034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/>
          <p:cNvCxnSpPr/>
          <p:nvPr/>
        </p:nvCxnSpPr>
        <p:spPr>
          <a:xfrm>
            <a:off x="7580193" y="3972408"/>
            <a:ext cx="82688" cy="8754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/>
          <p:cNvCxnSpPr/>
          <p:nvPr/>
        </p:nvCxnSpPr>
        <p:spPr>
          <a:xfrm flipV="1">
            <a:off x="7662881" y="4000288"/>
            <a:ext cx="80022" cy="5966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/>
          <p:cNvCxnSpPr/>
          <p:nvPr/>
        </p:nvCxnSpPr>
        <p:spPr>
          <a:xfrm flipV="1">
            <a:off x="7742903" y="3979919"/>
            <a:ext cx="82688" cy="2036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/>
          <p:cNvCxnSpPr/>
          <p:nvPr/>
        </p:nvCxnSpPr>
        <p:spPr>
          <a:xfrm flipV="1">
            <a:off x="7825591" y="3955417"/>
            <a:ext cx="82688" cy="2450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/>
          <p:cNvCxnSpPr/>
          <p:nvPr/>
        </p:nvCxnSpPr>
        <p:spPr>
          <a:xfrm>
            <a:off x="7908279" y="3955417"/>
            <a:ext cx="80021" cy="44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/>
          <p:cNvCxnSpPr/>
          <p:nvPr/>
        </p:nvCxnSpPr>
        <p:spPr>
          <a:xfrm flipV="1">
            <a:off x="7988300" y="3936504"/>
            <a:ext cx="82688" cy="1935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/>
          <p:cNvCxnSpPr/>
          <p:nvPr/>
        </p:nvCxnSpPr>
        <p:spPr>
          <a:xfrm flipV="1">
            <a:off x="8070988" y="3891848"/>
            <a:ext cx="80021" cy="4465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/>
          <p:cNvCxnSpPr/>
          <p:nvPr/>
        </p:nvCxnSpPr>
        <p:spPr>
          <a:xfrm flipV="1">
            <a:off x="8151009" y="3861122"/>
            <a:ext cx="82688" cy="3072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/>
          <p:cNvCxnSpPr/>
          <p:nvPr/>
        </p:nvCxnSpPr>
        <p:spPr>
          <a:xfrm flipV="1">
            <a:off x="8233697" y="3838242"/>
            <a:ext cx="82689" cy="2288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/>
          <p:cNvCxnSpPr/>
          <p:nvPr/>
        </p:nvCxnSpPr>
        <p:spPr>
          <a:xfrm>
            <a:off x="8316386" y="3838242"/>
            <a:ext cx="77354" cy="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/>
          <p:cNvCxnSpPr/>
          <p:nvPr/>
        </p:nvCxnSpPr>
        <p:spPr>
          <a:xfrm>
            <a:off x="8393740" y="3838242"/>
            <a:ext cx="82688" cy="19656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/>
          <p:cNvCxnSpPr/>
          <p:nvPr/>
        </p:nvCxnSpPr>
        <p:spPr>
          <a:xfrm flipV="1">
            <a:off x="8476428" y="3975576"/>
            <a:ext cx="80021" cy="5922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/>
          <p:cNvCxnSpPr/>
          <p:nvPr/>
        </p:nvCxnSpPr>
        <p:spPr>
          <a:xfrm flipV="1">
            <a:off x="8556449" y="3873720"/>
            <a:ext cx="82688" cy="10185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/>
          <p:cNvCxnSpPr/>
          <p:nvPr/>
        </p:nvCxnSpPr>
        <p:spPr>
          <a:xfrm flipV="1">
            <a:off x="8639137" y="3790486"/>
            <a:ext cx="80021" cy="8323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/>
          <p:cNvCxnSpPr/>
          <p:nvPr/>
        </p:nvCxnSpPr>
        <p:spPr>
          <a:xfrm flipV="1">
            <a:off x="8719158" y="3680087"/>
            <a:ext cx="82688" cy="11039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직선 연결선 280"/>
          <p:cNvCxnSpPr/>
          <p:nvPr/>
        </p:nvCxnSpPr>
        <p:spPr>
          <a:xfrm flipV="1">
            <a:off x="8801846" y="3351159"/>
            <a:ext cx="82688" cy="32892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직선 연결선 281"/>
          <p:cNvCxnSpPr/>
          <p:nvPr/>
        </p:nvCxnSpPr>
        <p:spPr>
          <a:xfrm>
            <a:off x="8884534" y="3351159"/>
            <a:ext cx="80022" cy="3641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직선 연결선 282"/>
          <p:cNvCxnSpPr/>
          <p:nvPr/>
        </p:nvCxnSpPr>
        <p:spPr>
          <a:xfrm flipV="1">
            <a:off x="8964556" y="3370780"/>
            <a:ext cx="82688" cy="1679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직선 연결선 283"/>
          <p:cNvCxnSpPr/>
          <p:nvPr/>
        </p:nvCxnSpPr>
        <p:spPr>
          <a:xfrm flipV="1">
            <a:off x="9047244" y="3101223"/>
            <a:ext cx="80021" cy="26955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직선 연결선 284"/>
          <p:cNvCxnSpPr/>
          <p:nvPr/>
        </p:nvCxnSpPr>
        <p:spPr>
          <a:xfrm flipV="1">
            <a:off x="9127265" y="2931875"/>
            <a:ext cx="82688" cy="16934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직선 연결선 285"/>
          <p:cNvCxnSpPr/>
          <p:nvPr/>
        </p:nvCxnSpPr>
        <p:spPr>
          <a:xfrm flipV="1">
            <a:off x="9209953" y="2782281"/>
            <a:ext cx="82688" cy="14959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직선 연결선 286"/>
          <p:cNvCxnSpPr/>
          <p:nvPr/>
        </p:nvCxnSpPr>
        <p:spPr>
          <a:xfrm flipV="1">
            <a:off x="9292641" y="2767634"/>
            <a:ext cx="74687" cy="1464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연결선 287"/>
          <p:cNvCxnSpPr/>
          <p:nvPr/>
        </p:nvCxnSpPr>
        <p:spPr>
          <a:xfrm>
            <a:off x="9367328" y="2767634"/>
            <a:ext cx="82688" cy="4258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연결선 288"/>
          <p:cNvCxnSpPr/>
          <p:nvPr/>
        </p:nvCxnSpPr>
        <p:spPr>
          <a:xfrm flipV="1">
            <a:off x="9450016" y="2770122"/>
            <a:ext cx="80021" cy="4009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연결선 289"/>
          <p:cNvCxnSpPr/>
          <p:nvPr/>
        </p:nvCxnSpPr>
        <p:spPr>
          <a:xfrm>
            <a:off x="9530037" y="2770122"/>
            <a:ext cx="82689" cy="6703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직선 연결선 290"/>
          <p:cNvCxnSpPr/>
          <p:nvPr/>
        </p:nvCxnSpPr>
        <p:spPr>
          <a:xfrm flipV="1">
            <a:off x="9612726" y="2799342"/>
            <a:ext cx="80020" cy="3781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직선 연결선 291"/>
          <p:cNvCxnSpPr/>
          <p:nvPr/>
        </p:nvCxnSpPr>
        <p:spPr>
          <a:xfrm flipV="1">
            <a:off x="9692746" y="2790644"/>
            <a:ext cx="82689" cy="869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직선 연결선 292"/>
          <p:cNvCxnSpPr/>
          <p:nvPr/>
        </p:nvCxnSpPr>
        <p:spPr>
          <a:xfrm flipV="1">
            <a:off x="9775435" y="2774784"/>
            <a:ext cx="82688" cy="1586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직선 연결선 293"/>
          <p:cNvCxnSpPr/>
          <p:nvPr/>
        </p:nvCxnSpPr>
        <p:spPr>
          <a:xfrm>
            <a:off x="9858123" y="2774784"/>
            <a:ext cx="80021" cy="4307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직선 연결선 294"/>
          <p:cNvCxnSpPr/>
          <p:nvPr/>
        </p:nvCxnSpPr>
        <p:spPr>
          <a:xfrm flipV="1">
            <a:off x="9938144" y="2646877"/>
            <a:ext cx="82689" cy="17098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직선 연결선 295"/>
          <p:cNvCxnSpPr/>
          <p:nvPr/>
        </p:nvCxnSpPr>
        <p:spPr>
          <a:xfrm>
            <a:off x="10020833" y="2646877"/>
            <a:ext cx="80020" cy="6852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직선 연결선 296"/>
          <p:cNvCxnSpPr/>
          <p:nvPr/>
        </p:nvCxnSpPr>
        <p:spPr>
          <a:xfrm flipV="1">
            <a:off x="10100853" y="2682771"/>
            <a:ext cx="82689" cy="3263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직선 연결선 297"/>
          <p:cNvCxnSpPr/>
          <p:nvPr/>
        </p:nvCxnSpPr>
        <p:spPr>
          <a:xfrm>
            <a:off x="10183542" y="2682771"/>
            <a:ext cx="82688" cy="11832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직선 연결선 298"/>
          <p:cNvCxnSpPr/>
          <p:nvPr/>
        </p:nvCxnSpPr>
        <p:spPr>
          <a:xfrm flipV="1">
            <a:off x="10266230" y="2785806"/>
            <a:ext cx="74686" cy="1529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직선 연결선 299"/>
          <p:cNvCxnSpPr/>
          <p:nvPr/>
        </p:nvCxnSpPr>
        <p:spPr>
          <a:xfrm flipV="1">
            <a:off x="10340916" y="2730330"/>
            <a:ext cx="82689" cy="5547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직선 연결선 300"/>
          <p:cNvCxnSpPr/>
          <p:nvPr/>
        </p:nvCxnSpPr>
        <p:spPr>
          <a:xfrm>
            <a:off x="10423605" y="2730330"/>
            <a:ext cx="80021" cy="11864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직선 연결선 301"/>
          <p:cNvCxnSpPr/>
          <p:nvPr/>
        </p:nvCxnSpPr>
        <p:spPr>
          <a:xfrm flipV="1">
            <a:off x="10503626" y="2819008"/>
            <a:ext cx="82688" cy="2996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직선 연결선 302"/>
          <p:cNvCxnSpPr/>
          <p:nvPr/>
        </p:nvCxnSpPr>
        <p:spPr>
          <a:xfrm>
            <a:off x="10586314" y="2819008"/>
            <a:ext cx="80021" cy="8659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직선 연결선 303"/>
          <p:cNvCxnSpPr/>
          <p:nvPr/>
        </p:nvCxnSpPr>
        <p:spPr>
          <a:xfrm>
            <a:off x="10666335" y="2905599"/>
            <a:ext cx="82688" cy="776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직선 연결선 304"/>
          <p:cNvCxnSpPr/>
          <p:nvPr/>
        </p:nvCxnSpPr>
        <p:spPr>
          <a:xfrm>
            <a:off x="10749023" y="2913364"/>
            <a:ext cx="82689" cy="764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직선 연결선 305"/>
          <p:cNvCxnSpPr/>
          <p:nvPr/>
        </p:nvCxnSpPr>
        <p:spPr>
          <a:xfrm>
            <a:off x="10831712" y="2921009"/>
            <a:ext cx="80020" cy="2661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직선 연결선 306"/>
          <p:cNvCxnSpPr/>
          <p:nvPr/>
        </p:nvCxnSpPr>
        <p:spPr>
          <a:xfrm flipV="1">
            <a:off x="10911732" y="2947046"/>
            <a:ext cx="82689" cy="57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직선 연결선 307"/>
          <p:cNvCxnSpPr/>
          <p:nvPr/>
        </p:nvCxnSpPr>
        <p:spPr>
          <a:xfrm flipV="1">
            <a:off x="10994421" y="2920510"/>
            <a:ext cx="80021" cy="2653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직선 연결선 308"/>
          <p:cNvCxnSpPr/>
          <p:nvPr/>
        </p:nvCxnSpPr>
        <p:spPr>
          <a:xfrm>
            <a:off x="11074442" y="2920510"/>
            <a:ext cx="82688" cy="4203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직선 연결선 309"/>
          <p:cNvCxnSpPr/>
          <p:nvPr/>
        </p:nvCxnSpPr>
        <p:spPr>
          <a:xfrm flipV="1">
            <a:off x="11157130" y="2894510"/>
            <a:ext cx="82689" cy="6803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직선 연결선 310"/>
          <p:cNvCxnSpPr/>
          <p:nvPr/>
        </p:nvCxnSpPr>
        <p:spPr>
          <a:xfrm>
            <a:off x="11239819" y="2894510"/>
            <a:ext cx="74686" cy="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직선 연결선 311"/>
          <p:cNvCxnSpPr/>
          <p:nvPr/>
        </p:nvCxnSpPr>
        <p:spPr>
          <a:xfrm>
            <a:off x="11314505" y="2894510"/>
            <a:ext cx="82688" cy="251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직선 연결선 312"/>
          <p:cNvCxnSpPr/>
          <p:nvPr/>
        </p:nvCxnSpPr>
        <p:spPr>
          <a:xfrm>
            <a:off x="11397193" y="2897024"/>
            <a:ext cx="80021" cy="1560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직선 연결선 313"/>
          <p:cNvCxnSpPr/>
          <p:nvPr/>
        </p:nvCxnSpPr>
        <p:spPr>
          <a:xfrm>
            <a:off x="11477214" y="2912626"/>
            <a:ext cx="82688" cy="1511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직선 연결선 314"/>
          <p:cNvCxnSpPr/>
          <p:nvPr/>
        </p:nvCxnSpPr>
        <p:spPr>
          <a:xfrm flipV="1">
            <a:off x="11559902" y="2847036"/>
            <a:ext cx="80021" cy="8070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직선 연결선 315"/>
          <p:cNvCxnSpPr/>
          <p:nvPr/>
        </p:nvCxnSpPr>
        <p:spPr>
          <a:xfrm flipV="1">
            <a:off x="11639923" y="2756899"/>
            <a:ext cx="82689" cy="9013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직선 연결선 316"/>
          <p:cNvCxnSpPr/>
          <p:nvPr/>
        </p:nvCxnSpPr>
        <p:spPr>
          <a:xfrm>
            <a:off x="11722612" y="2756899"/>
            <a:ext cx="82688" cy="14586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직선 연결선 317"/>
          <p:cNvCxnSpPr/>
          <p:nvPr/>
        </p:nvCxnSpPr>
        <p:spPr>
          <a:xfrm>
            <a:off x="11805300" y="2902760"/>
            <a:ext cx="80021" cy="14302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직선 연결선 318"/>
          <p:cNvCxnSpPr/>
          <p:nvPr/>
        </p:nvCxnSpPr>
        <p:spPr>
          <a:xfrm>
            <a:off x="11885321" y="3045784"/>
            <a:ext cx="82688" cy="3146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직선 연결선 319"/>
          <p:cNvCxnSpPr/>
          <p:nvPr/>
        </p:nvCxnSpPr>
        <p:spPr>
          <a:xfrm flipV="1">
            <a:off x="11968009" y="2861648"/>
            <a:ext cx="80021" cy="21560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직선 연결선 320"/>
          <p:cNvCxnSpPr/>
          <p:nvPr/>
        </p:nvCxnSpPr>
        <p:spPr>
          <a:xfrm flipV="1">
            <a:off x="12048030" y="2644610"/>
            <a:ext cx="82688" cy="21703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직선 연결선 321"/>
          <p:cNvCxnSpPr/>
          <p:nvPr/>
        </p:nvCxnSpPr>
        <p:spPr>
          <a:xfrm>
            <a:off x="12130718" y="2644610"/>
            <a:ext cx="82688" cy="3472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직선 연결선 322"/>
          <p:cNvCxnSpPr/>
          <p:nvPr/>
        </p:nvCxnSpPr>
        <p:spPr>
          <a:xfrm flipV="1">
            <a:off x="12213406" y="2413604"/>
            <a:ext cx="77355" cy="26572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직선 연결선 323"/>
          <p:cNvCxnSpPr/>
          <p:nvPr/>
        </p:nvCxnSpPr>
        <p:spPr>
          <a:xfrm>
            <a:off x="12290761" y="2413604"/>
            <a:ext cx="82688" cy="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직선 연결선 324"/>
          <p:cNvCxnSpPr/>
          <p:nvPr/>
        </p:nvCxnSpPr>
        <p:spPr>
          <a:xfrm>
            <a:off x="12373449" y="2413604"/>
            <a:ext cx="80020" cy="21516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직선 연결선 325"/>
          <p:cNvCxnSpPr/>
          <p:nvPr/>
        </p:nvCxnSpPr>
        <p:spPr>
          <a:xfrm flipV="1">
            <a:off x="12453469" y="2524914"/>
            <a:ext cx="82689" cy="10385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직선 연결선 326"/>
          <p:cNvCxnSpPr/>
          <p:nvPr/>
        </p:nvCxnSpPr>
        <p:spPr>
          <a:xfrm flipV="1">
            <a:off x="12536158" y="2488141"/>
            <a:ext cx="80021" cy="3677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직선 연결선 327"/>
          <p:cNvCxnSpPr/>
          <p:nvPr/>
        </p:nvCxnSpPr>
        <p:spPr>
          <a:xfrm flipV="1">
            <a:off x="12616179" y="2446998"/>
            <a:ext cx="82689" cy="4114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직선 연결선 328"/>
          <p:cNvCxnSpPr/>
          <p:nvPr/>
        </p:nvCxnSpPr>
        <p:spPr>
          <a:xfrm flipV="1">
            <a:off x="12698868" y="2428372"/>
            <a:ext cx="82687" cy="1862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직선 연결선 329"/>
          <p:cNvCxnSpPr/>
          <p:nvPr/>
        </p:nvCxnSpPr>
        <p:spPr>
          <a:xfrm flipV="1">
            <a:off x="12781555" y="2378696"/>
            <a:ext cx="80022" cy="4967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직선 연결선 330"/>
          <p:cNvCxnSpPr/>
          <p:nvPr/>
        </p:nvCxnSpPr>
        <p:spPr>
          <a:xfrm flipV="1">
            <a:off x="12861577" y="2376652"/>
            <a:ext cx="82688" cy="204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직선 연결선 331"/>
          <p:cNvCxnSpPr/>
          <p:nvPr/>
        </p:nvCxnSpPr>
        <p:spPr>
          <a:xfrm flipV="1">
            <a:off x="12944265" y="2124155"/>
            <a:ext cx="80021" cy="25249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직선 연결선 332"/>
          <p:cNvCxnSpPr/>
          <p:nvPr/>
        </p:nvCxnSpPr>
        <p:spPr>
          <a:xfrm>
            <a:off x="13024286" y="2124155"/>
            <a:ext cx="82688" cy="16475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직선 연결선 333"/>
          <p:cNvCxnSpPr/>
          <p:nvPr/>
        </p:nvCxnSpPr>
        <p:spPr>
          <a:xfrm flipV="1">
            <a:off x="13106974" y="2086228"/>
            <a:ext cx="82689" cy="20268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직선 연결선 334"/>
          <p:cNvCxnSpPr/>
          <p:nvPr/>
        </p:nvCxnSpPr>
        <p:spPr>
          <a:xfrm>
            <a:off x="13189663" y="2086228"/>
            <a:ext cx="74685" cy="11742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직선 연결선 335"/>
          <p:cNvCxnSpPr/>
          <p:nvPr/>
        </p:nvCxnSpPr>
        <p:spPr>
          <a:xfrm>
            <a:off x="13264348" y="2203650"/>
            <a:ext cx="82688" cy="125945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직선 연결선 336"/>
          <p:cNvCxnSpPr/>
          <p:nvPr/>
        </p:nvCxnSpPr>
        <p:spPr>
          <a:xfrm flipV="1">
            <a:off x="13347036" y="2289592"/>
            <a:ext cx="80022" cy="4000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직선 연결선 337"/>
          <p:cNvCxnSpPr/>
          <p:nvPr/>
        </p:nvCxnSpPr>
        <p:spPr>
          <a:xfrm flipV="1">
            <a:off x="13427058" y="2086833"/>
            <a:ext cx="82688" cy="20275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직선 연결선 338"/>
          <p:cNvCxnSpPr/>
          <p:nvPr/>
        </p:nvCxnSpPr>
        <p:spPr>
          <a:xfrm flipV="1">
            <a:off x="13509746" y="1856642"/>
            <a:ext cx="80021" cy="230191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직선 연결선 339"/>
          <p:cNvCxnSpPr/>
          <p:nvPr/>
        </p:nvCxnSpPr>
        <p:spPr>
          <a:xfrm flipV="1">
            <a:off x="13589767" y="1753074"/>
            <a:ext cx="82688" cy="10356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직선 연결선 340"/>
          <p:cNvCxnSpPr/>
          <p:nvPr/>
        </p:nvCxnSpPr>
        <p:spPr>
          <a:xfrm flipV="1">
            <a:off x="13672455" y="1714196"/>
            <a:ext cx="82688" cy="38878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직선 연결선 341"/>
          <p:cNvCxnSpPr/>
          <p:nvPr/>
        </p:nvCxnSpPr>
        <p:spPr>
          <a:xfrm flipV="1">
            <a:off x="13755143" y="1495572"/>
            <a:ext cx="80022" cy="218624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직선 연결선 342"/>
          <p:cNvCxnSpPr/>
          <p:nvPr/>
        </p:nvCxnSpPr>
        <p:spPr>
          <a:xfrm flipV="1">
            <a:off x="13835165" y="1363779"/>
            <a:ext cx="82688" cy="131793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직선 연결선 343"/>
          <p:cNvCxnSpPr/>
          <p:nvPr/>
        </p:nvCxnSpPr>
        <p:spPr>
          <a:xfrm>
            <a:off x="13917853" y="1363779"/>
            <a:ext cx="80021" cy="80060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직선 연결선 344"/>
          <p:cNvCxnSpPr/>
          <p:nvPr/>
        </p:nvCxnSpPr>
        <p:spPr>
          <a:xfrm flipV="1">
            <a:off x="13997874" y="1396563"/>
            <a:ext cx="82688" cy="47276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직선 연결선 345"/>
          <p:cNvCxnSpPr/>
          <p:nvPr/>
        </p:nvCxnSpPr>
        <p:spPr>
          <a:xfrm flipV="1">
            <a:off x="14080562" y="1145741"/>
            <a:ext cx="80022" cy="25082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직선 연결선 346"/>
          <p:cNvCxnSpPr/>
          <p:nvPr/>
        </p:nvCxnSpPr>
        <p:spPr>
          <a:xfrm flipV="1">
            <a:off x="14160584" y="1030334"/>
            <a:ext cx="74685" cy="11540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직선 연결선 347"/>
          <p:cNvCxnSpPr/>
          <p:nvPr/>
        </p:nvCxnSpPr>
        <p:spPr>
          <a:xfrm>
            <a:off x="14235269" y="1030334"/>
            <a:ext cx="82690" cy="398579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직선 연결선 348"/>
          <p:cNvCxnSpPr/>
          <p:nvPr/>
        </p:nvCxnSpPr>
        <p:spPr>
          <a:xfrm flipV="1">
            <a:off x="14317959" y="1101556"/>
            <a:ext cx="82688" cy="327357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직선 연결선 349"/>
          <p:cNvCxnSpPr/>
          <p:nvPr/>
        </p:nvCxnSpPr>
        <p:spPr>
          <a:xfrm flipV="1">
            <a:off x="14400647" y="809244"/>
            <a:ext cx="77353" cy="292312"/>
          </a:xfrm>
          <a:prstGeom prst="line">
            <a:avLst/>
          </a:prstGeom>
          <a:ln w="35560">
            <a:solidFill>
              <a:srgbClr val="1B18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TextBox 350"/>
          <p:cNvSpPr txBox="1"/>
          <p:nvPr/>
        </p:nvSpPr>
        <p:spPr>
          <a:xfrm>
            <a:off x="14706600" y="606044"/>
            <a:ext cx="889000" cy="406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100" b="1" smtClean="0">
                <a:solidFill>
                  <a:srgbClr val="1B187E"/>
                </a:solidFill>
                <a:latin typeface="맑은 고딕" panose="020B0503020000020004" pitchFamily="50" charset="-127"/>
              </a:rPr>
              <a:t>544</a:t>
            </a:r>
            <a:endParaRPr lang="ko-KR" altLang="en-US" sz="2100" b="1">
              <a:solidFill>
                <a:srgbClr val="1B187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52" name="TextBox 351"/>
          <p:cNvSpPr txBox="1"/>
          <p:nvPr/>
        </p:nvSpPr>
        <p:spPr>
          <a:xfrm>
            <a:off x="14706600" y="2635990"/>
            <a:ext cx="889000" cy="406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100" smtClean="0">
                <a:solidFill>
                  <a:srgbClr val="BD8F2B"/>
                </a:solidFill>
                <a:latin typeface="맑은 고딕" panose="020B0503020000020004" pitchFamily="50" charset="-127"/>
              </a:rPr>
              <a:t>308</a:t>
            </a:r>
            <a:endParaRPr lang="ko-KR" altLang="en-US" sz="2100">
              <a:solidFill>
                <a:srgbClr val="BD8F2B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0315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Microsoft Office PowerPoint</Application>
  <PresentationFormat>사용자 지정</PresentationFormat>
  <Paragraphs>19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kcgi</dc:creator>
  <cp:lastModifiedBy>kcgi</cp:lastModifiedBy>
  <cp:revision>1</cp:revision>
  <dcterms:created xsi:type="dcterms:W3CDTF">2026-06-01T23:55:03Z</dcterms:created>
  <dcterms:modified xsi:type="dcterms:W3CDTF">2026-06-01T23:55:03Z</dcterms:modified>
</cp:coreProperties>
</file>